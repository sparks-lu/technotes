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256" r:id="rId3"/>
    <p:sldId id="291" r:id="rId5"/>
    <p:sldId id="454" r:id="rId6"/>
    <p:sldId id="455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0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99881"/>
            <a:ext cx="9144000" cy="682643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99335"/>
            <a:ext cx="9144000" cy="376237"/>
          </a:xfrm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1219"/>
            <a:ext cx="10515600" cy="1551646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5320" y="3697371"/>
            <a:ext cx="8401360" cy="89693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625237" y="3582865"/>
            <a:ext cx="8941526" cy="102651"/>
            <a:chOff x="3914775" y="2524125"/>
            <a:chExt cx="2428875" cy="57150"/>
          </a:xfrm>
        </p:grpSpPr>
        <p:sp>
          <p:nvSpPr>
            <p:cNvPr id="8" name="矩形 7"/>
            <p:cNvSpPr/>
            <p:nvPr/>
          </p:nvSpPr>
          <p:spPr>
            <a:xfrm>
              <a:off x="3914775" y="2524125"/>
              <a:ext cx="809625" cy="57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24400" y="2524125"/>
              <a:ext cx="80962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534025" y="2524125"/>
              <a:ext cx="809625" cy="5715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7498"/>
            <a:ext cx="10515600" cy="7722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459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69819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459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69819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33134" y="2522178"/>
            <a:ext cx="5309839" cy="1226171"/>
          </a:xfrm>
        </p:spPr>
        <p:txBody>
          <a:bodyPr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空心弧 5"/>
          <p:cNvSpPr/>
          <p:nvPr/>
        </p:nvSpPr>
        <p:spPr bwMode="auto">
          <a:xfrm rot="7086271">
            <a:off x="7390896" y="2034751"/>
            <a:ext cx="2201026" cy="2201026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3748670" y="3778700"/>
            <a:ext cx="3878765" cy="845746"/>
          </a:xfrm>
        </p:spPr>
        <p:txBody>
          <a:bodyPr anchor="ctr" anchorCtr="0">
            <a:normAutofit/>
          </a:bodyPr>
          <a:lstStyle>
            <a:lvl1pPr marL="0" indent="0" algn="dist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 smtClean="0"/>
              <a:t>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94" y="245327"/>
            <a:ext cx="10514012" cy="719795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01020" y="1257090"/>
            <a:ext cx="3878116" cy="44523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122" y="1257090"/>
            <a:ext cx="5597912" cy="4452336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182881"/>
            <a:ext cx="10515600" cy="731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211581"/>
            <a:ext cx="1051560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黑体" panose="02010609060101010101" pitchFamily="49" charset="-122"/>
        <a:buChar char="〉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ctr"/>
            <a:r>
              <a:rPr lang="en-US" altLang="zh-CN" dirty="0"/>
              <a:t>License Notes</a:t>
            </a:r>
            <a:endParaRPr lang="en-US" altLang="zh-CN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524000" y="5299075"/>
            <a:ext cx="9144000" cy="767080"/>
          </a:xfrm>
        </p:spPr>
        <p:txBody>
          <a:bodyPr>
            <a:normAutofit fontScale="90000" lnSpcReduction="20000"/>
          </a:bodyPr>
          <a:p>
            <a:pPr algn="ctr"/>
            <a:r>
              <a:rPr lang="en-US" altLang="zh-CN" dirty="0"/>
              <a:t>Sparks-Lu</a:t>
            </a:r>
            <a:endParaRPr lang="en-US" altLang="zh-CN" dirty="0"/>
          </a:p>
          <a:p>
            <a:pPr algn="ctr"/>
            <a:r>
              <a:rPr lang="en-US" altLang="zh-CN" dirty="0"/>
              <a:t>Last updated: 2025/5/19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Change History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2025/5/19</a:t>
            </a:r>
            <a:endParaRPr lang="en-US" altLang="zh-CN"/>
          </a:p>
          <a:p>
            <a:pPr lvl="1"/>
            <a:r>
              <a:rPr lang="en-US" altLang="zh-CN"/>
              <a:t>Added audio codec conversion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GPL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zh-CN"/>
              <a:t>Usage</a:t>
            </a:r>
            <a:endParaRPr lang="en-US" altLang="zh-CN"/>
          </a:p>
          <a:p>
            <a:pPr lvl="1"/>
            <a:r>
              <a:rPr lang="zh-CN" altLang="en-US"/>
              <a:t>直接链接与传播：如果你的商用软件直接包含了</a:t>
            </a:r>
            <a:r>
              <a:rPr lang="en-US" altLang="zh-CN"/>
              <a:t>GPL</a:t>
            </a:r>
            <a:r>
              <a:rPr lang="zh-CN" altLang="en-US"/>
              <a:t>许可的代码，或者通过动态</a:t>
            </a:r>
            <a:r>
              <a:rPr lang="en-US" altLang="zh-CN"/>
              <a:t>/</a:t>
            </a:r>
            <a:r>
              <a:rPr lang="zh-CN" altLang="en-US"/>
              <a:t>静态链接的方式使用了</a:t>
            </a:r>
            <a:r>
              <a:rPr lang="en-US" altLang="zh-CN"/>
              <a:t>GPL</a:t>
            </a:r>
            <a:r>
              <a:rPr lang="zh-CN" altLang="en-US"/>
              <a:t>许可的库，那么你的整个软件通常也需要遵循</a:t>
            </a:r>
            <a:r>
              <a:rPr lang="en-US" altLang="zh-CN"/>
              <a:t>GPL</a:t>
            </a:r>
            <a:r>
              <a:rPr lang="zh-CN" altLang="en-US"/>
              <a:t>条款。这意味着你可能需要开源你的软件，至少是那些与</a:t>
            </a:r>
            <a:r>
              <a:rPr lang="en-US" altLang="zh-CN"/>
              <a:t>GPL</a:t>
            </a:r>
            <a:r>
              <a:rPr lang="zh-CN" altLang="en-US"/>
              <a:t>组件交互的部分。</a:t>
            </a:r>
            <a:endParaRPr lang="zh-CN" altLang="en-US"/>
          </a:p>
          <a:p>
            <a:pPr lvl="1"/>
            <a:r>
              <a:rPr lang="en-US" altLang="zh-CN"/>
              <a:t>AGPL (Affero GPL)</a:t>
            </a:r>
            <a:r>
              <a:rPr lang="zh-CN" altLang="en-US"/>
              <a:t>：如果涉及到网络服务，且使用的库采用的是</a:t>
            </a:r>
            <a:r>
              <a:rPr lang="en-US" altLang="zh-CN"/>
              <a:t>AGPL</a:t>
            </a:r>
            <a:r>
              <a:rPr lang="zh-CN" altLang="en-US"/>
              <a:t>许可证，则要求更加严格，即使是通过网络提供服务而不是分发软件本身，也需要公开修改后的源代码。</a:t>
            </a:r>
            <a:endParaRPr lang="zh-CN" altLang="en-US"/>
          </a:p>
          <a:p>
            <a:pPr lvl="1"/>
            <a:r>
              <a:rPr lang="zh-CN" altLang="en-US"/>
              <a:t>例外情况</a:t>
            </a:r>
            <a:r>
              <a:rPr lang="en-US" altLang="zh-CN"/>
              <a:t> - LGPL (Lesser GPL)</a:t>
            </a:r>
            <a:r>
              <a:rPr lang="zh-CN" altLang="en-US"/>
              <a:t>：如果是</a:t>
            </a:r>
            <a:r>
              <a:rPr lang="en-US" altLang="zh-CN"/>
              <a:t>LGPL</a:t>
            </a:r>
            <a:r>
              <a:rPr lang="zh-CN" altLang="en-US"/>
              <a:t>许可的库，则允许在不公开主应用程序源码的情况下使用该库。这使得可以在闭源商业应用中使用</a:t>
            </a:r>
            <a:r>
              <a:rPr lang="en-US" altLang="zh-CN"/>
              <a:t>LGPL</a:t>
            </a:r>
            <a:r>
              <a:rPr lang="zh-CN" altLang="en-US"/>
              <a:t>许可的库，但对库本身的修改仍需开放源码。</a:t>
            </a:r>
            <a:endParaRPr lang="zh-CN" altLang="en-US"/>
          </a:p>
          <a:p>
            <a:pPr lvl="1"/>
            <a:r>
              <a:rPr lang="zh-CN" altLang="en-US"/>
              <a:t>独立工作：如果两个程序之间没有紧密集成，而是独立工作的，并且它们之间的通信是通过命令行、管道等标准方式完成的，则这两个程序可以被视为独立的作品，此时你的商用软件不受</a:t>
            </a:r>
            <a:r>
              <a:rPr lang="en-US" altLang="zh-CN"/>
              <a:t>GPL</a:t>
            </a:r>
            <a:r>
              <a:rPr lang="zh-CN" altLang="en-US"/>
              <a:t>条款约束。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MIT &amp; Apache 2.0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809490" cy="4549140"/>
          </a:xfrm>
        </p:spPr>
        <p:txBody>
          <a:bodyPr/>
          <a:p>
            <a:r>
              <a:rPr lang="en-US" altLang="zh-CN" sz="1800"/>
              <a:t>References</a:t>
            </a:r>
            <a:endParaRPr lang="en-US" altLang="zh-CN" sz="1800"/>
          </a:p>
          <a:p>
            <a:pPr lvl="1"/>
            <a:r>
              <a:rPr lang="en-US" altLang="zh-CN" sz="1600"/>
              <a:t>https://choosealicense.com/licenses/apache-2.0/</a:t>
            </a:r>
            <a:endParaRPr lang="en-US" altLang="zh-CN" sz="1600"/>
          </a:p>
          <a:p>
            <a:pPr lvl="1"/>
            <a:r>
              <a:rPr lang="en-US" altLang="zh-CN" sz="1600"/>
              <a:t>https://choosealicense.com/licenses/mit/</a:t>
            </a:r>
            <a:endParaRPr lang="en-US" altLang="zh-CN" sz="1600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5948045" y="1377950"/>
            <a:ext cx="5659755" cy="32658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3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a"/>
  <p:tag name="KSO_WM_UNIT_INDEX" val="1"/>
  <p:tag name="KSO_WM_UNIT_ID" val="custom160402_1*a*1"/>
  <p:tag name="KSO_WM_UNIT_CLEAR" val="1"/>
  <p:tag name="KSO_WM_UNIT_LAYERLEVEL" val="1"/>
  <p:tag name="KSO_WM_UNIT_VALUE" val="19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b"/>
  <p:tag name="KSO_WM_UNIT_INDEX" val="1"/>
  <p:tag name="KSO_WM_UNIT_ID" val="custom160402_1*b*1"/>
  <p:tag name="KSO_WM_UNIT_CLEAR" val="1"/>
  <p:tag name="KSO_WM_UNIT_LAYERLEVEL" val="1"/>
  <p:tag name="KSO_WM_UNIT_VALUE" val="35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.xml><?xml version="1.0" encoding="utf-8"?>
<p:tagLst xmlns:p="http://schemas.openxmlformats.org/presentationml/2006/main">
  <p:tag name="KSO_WM_TEMPLATE_THUMBS_INDEX" val="1、9、12、16、19、20、24、27、28"/>
  <p:tag name="KSO_WM_SLIDE_ID" val="custom160402_1"/>
  <p:tag name="KSO_WM_TEMPLATE_SUBCATEGORY" val="0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160402"/>
  <p:tag name="KSO_WM_SLIDE_LAYOUT" val="a_b"/>
  <p:tag name="KSO_WM_SLIDE_LAYOUT_CNT" val="1_1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0.xml><?xml version="1.0" encoding="utf-8"?>
<p:tagLst xmlns:p="http://schemas.openxmlformats.org/presentationml/2006/main">
  <p:tag name="COMMONDATA" val="eyJoZGlkIjoiYjRhZjQ5NWVmZmQxNmM3NmNkNDYxNWRmNzNmMjA1ZDAifQ=="/>
  <p:tag name="KSO_WPP_MARK_KEY" val="86549eee-af69-4bb6-8267-8160481c168e"/>
</p:tagLst>
</file>

<file path=ppt/theme/theme1.xml><?xml version="1.0" encoding="utf-8"?>
<a:theme xmlns:a="http://schemas.openxmlformats.org/drawingml/2006/main" name="1_A000120140530A02PPBG">
  <a:themeElements>
    <a:clrScheme name="160114.114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358CC1"/>
      </a:accent1>
      <a:accent2>
        <a:srgbClr val="2D9C9F"/>
      </a:accent2>
      <a:accent3>
        <a:srgbClr val="A4C37B"/>
      </a:accent3>
      <a:accent4>
        <a:srgbClr val="9D9394"/>
      </a:accent4>
      <a:accent5>
        <a:srgbClr val="84ADE4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602</Words>
  <Application>WPS 演示</Application>
  <PresentationFormat>宽屏</PresentationFormat>
  <Paragraphs>24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黑体</vt:lpstr>
      <vt:lpstr>微软雅黑</vt:lpstr>
      <vt:lpstr>Arial Unicode MS</vt:lpstr>
      <vt:lpstr>1_A000120140530A02PPBG</vt:lpstr>
      <vt:lpstr>License Notes</vt:lpstr>
      <vt:lpstr>Change History</vt:lpstr>
      <vt:lpstr>GPL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VhuanTech</cp:lastModifiedBy>
  <cp:revision>691</cp:revision>
  <dcterms:created xsi:type="dcterms:W3CDTF">2019-06-19T02:08:00Z</dcterms:created>
  <dcterms:modified xsi:type="dcterms:W3CDTF">2025-08-19T09:19:37Z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658FDCEACC9D4CB3AAFDF39DDC90EAD9_13</vt:lpwstr>
  </property>
</Properties>
</file>