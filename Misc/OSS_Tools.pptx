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8" r:id="rId4"/>
    <p:sldId id="259" r:id="rId5"/>
    <p:sldId id="260" r:id="rId6"/>
    <p:sldId id="261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17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image" Target="../media/image2.svg"/><Relationship Id="rId11" Type="http://schemas.openxmlformats.org/officeDocument/2006/relationships/image" Target="../media/image1.png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1" Type="http://schemas.openxmlformats.org/officeDocument/2006/relationships/tags" Target="../tags/tag118.xml"/><Relationship Id="rId10" Type="http://schemas.openxmlformats.org/officeDocument/2006/relationships/tags" Target="../tags/tag117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1" Type="http://schemas.openxmlformats.org/officeDocument/2006/relationships/tags" Target="../tags/tag128.xml"/><Relationship Id="rId10" Type="http://schemas.openxmlformats.org/officeDocument/2006/relationships/tags" Target="../tags/tag127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3" Type="http://schemas.openxmlformats.org/officeDocument/2006/relationships/tags" Target="../tags/tag140.xml"/><Relationship Id="rId12" Type="http://schemas.openxmlformats.org/officeDocument/2006/relationships/tags" Target="../tags/tag139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9024333" y="4200077"/>
            <a:ext cx="2186667" cy="5058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任意形状 51"/>
          <p:cNvSpPr/>
          <p:nvPr userDrawn="1">
            <p:custDataLst>
              <p:tags r:id="rId3"/>
            </p:custDataLst>
          </p:nvPr>
        </p:nvSpPr>
        <p:spPr>
          <a:xfrm>
            <a:off x="-17198" y="4567500"/>
            <a:ext cx="5832031" cy="2304789"/>
          </a:xfrm>
          <a:custGeom>
            <a:avLst/>
            <a:gdLst>
              <a:gd name="connsiteX0" fmla="*/ 2139912 w 5832031"/>
              <a:gd name="connsiteY0" fmla="*/ 0 h 2304789"/>
              <a:gd name="connsiteX1" fmla="*/ 5832031 w 5832031"/>
              <a:gd name="connsiteY1" fmla="*/ 2304789 h 2304789"/>
              <a:gd name="connsiteX2" fmla="*/ 0 w 5832031"/>
              <a:gd name="connsiteY2" fmla="*/ 2304789 h 2304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32031" h="2304789">
                <a:moveTo>
                  <a:pt x="2139912" y="0"/>
                </a:moveTo>
                <a:lnTo>
                  <a:pt x="5832031" y="2304789"/>
                </a:lnTo>
                <a:lnTo>
                  <a:pt x="0" y="230478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任意形状 41"/>
          <p:cNvSpPr/>
          <p:nvPr userDrawn="1">
            <p:custDataLst>
              <p:tags r:id="rId4"/>
            </p:custDataLst>
          </p:nvPr>
        </p:nvSpPr>
        <p:spPr>
          <a:xfrm>
            <a:off x="0" y="1"/>
            <a:ext cx="5892890" cy="6258061"/>
          </a:xfrm>
          <a:custGeom>
            <a:avLst/>
            <a:gdLst>
              <a:gd name="connsiteX0" fmla="*/ 0 w 5892890"/>
              <a:gd name="connsiteY0" fmla="*/ 0 h 6258061"/>
              <a:gd name="connsiteX1" fmla="*/ 5892890 w 5892890"/>
              <a:gd name="connsiteY1" fmla="*/ 0 h 6258061"/>
              <a:gd name="connsiteX2" fmla="*/ 0 w 5892890"/>
              <a:gd name="connsiteY2" fmla="*/ 6258061 h 6258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92890" h="6258061">
                <a:moveTo>
                  <a:pt x="0" y="0"/>
                </a:moveTo>
                <a:lnTo>
                  <a:pt x="5892890" y="0"/>
                </a:lnTo>
                <a:lnTo>
                  <a:pt x="0" y="62580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11901489" y="2349609"/>
            <a:ext cx="290512" cy="1414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任意形状 37"/>
          <p:cNvSpPr/>
          <p:nvPr userDrawn="1">
            <p:custDataLst>
              <p:tags r:id="rId6"/>
            </p:custDataLst>
          </p:nvPr>
        </p:nvSpPr>
        <p:spPr>
          <a:xfrm>
            <a:off x="-1" y="7829"/>
            <a:ext cx="6381419" cy="6856631"/>
          </a:xfrm>
          <a:custGeom>
            <a:avLst/>
            <a:gdLst>
              <a:gd name="connsiteX0" fmla="*/ 6019832 w 6381419"/>
              <a:gd name="connsiteY0" fmla="*/ 0 h 6856631"/>
              <a:gd name="connsiteX1" fmla="*/ 6381419 w 6381419"/>
              <a:gd name="connsiteY1" fmla="*/ 0 h 6856631"/>
              <a:gd name="connsiteX2" fmla="*/ 0 w 6381419"/>
              <a:gd name="connsiteY2" fmla="*/ 6856631 h 6856631"/>
              <a:gd name="connsiteX3" fmla="*/ 0 w 6381419"/>
              <a:gd name="connsiteY3" fmla="*/ 6392869 h 6856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81419" h="6856631">
                <a:moveTo>
                  <a:pt x="6019832" y="0"/>
                </a:moveTo>
                <a:lnTo>
                  <a:pt x="6381419" y="0"/>
                </a:lnTo>
                <a:lnTo>
                  <a:pt x="0" y="6856631"/>
                </a:lnTo>
                <a:lnTo>
                  <a:pt x="0" y="6392869"/>
                </a:lnTo>
                <a:close/>
              </a:path>
            </a:pathLst>
          </a:custGeom>
          <a:pattFill prst="ltUp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矩形 11"/>
          <p:cNvSpPr/>
          <p:nvPr userDrawn="1">
            <p:custDataLst>
              <p:tags r:id="rId7"/>
            </p:custDataLst>
          </p:nvPr>
        </p:nvSpPr>
        <p:spPr>
          <a:xfrm>
            <a:off x="6557691" y="4199625"/>
            <a:ext cx="2186667" cy="5058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任意形状 53"/>
          <p:cNvSpPr/>
          <p:nvPr userDrawn="1">
            <p:custDataLst>
              <p:tags r:id="rId8"/>
            </p:custDataLst>
          </p:nvPr>
        </p:nvSpPr>
        <p:spPr>
          <a:xfrm>
            <a:off x="2233254" y="4279555"/>
            <a:ext cx="4357347" cy="2592735"/>
          </a:xfrm>
          <a:custGeom>
            <a:avLst/>
            <a:gdLst>
              <a:gd name="connsiteX0" fmla="*/ 193742 w 4357347"/>
              <a:gd name="connsiteY0" fmla="*/ 0 h 2592735"/>
              <a:gd name="connsiteX1" fmla="*/ 4357347 w 4357347"/>
              <a:gd name="connsiteY1" fmla="*/ 2592735 h 2592735"/>
              <a:gd name="connsiteX2" fmla="*/ 3812402 w 4357347"/>
              <a:gd name="connsiteY2" fmla="*/ 2592735 h 2592735"/>
              <a:gd name="connsiteX3" fmla="*/ 0 w 4357347"/>
              <a:gd name="connsiteY3" fmla="*/ 218700 h 2592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7347" h="2592735">
                <a:moveTo>
                  <a:pt x="193742" y="0"/>
                </a:moveTo>
                <a:lnTo>
                  <a:pt x="4357347" y="2592735"/>
                </a:lnTo>
                <a:lnTo>
                  <a:pt x="3812402" y="2592735"/>
                </a:lnTo>
                <a:lnTo>
                  <a:pt x="0" y="218700"/>
                </a:lnTo>
                <a:close/>
              </a:path>
            </a:pathLst>
          </a:custGeom>
          <a:pattFill prst="ltUp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椭圆 13"/>
          <p:cNvSpPr/>
          <p:nvPr userDrawn="1">
            <p:custDataLst>
              <p:tags r:id="rId9"/>
            </p:custDataLst>
          </p:nvPr>
        </p:nvSpPr>
        <p:spPr>
          <a:xfrm>
            <a:off x="1414244" y="1945960"/>
            <a:ext cx="2966080" cy="296608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5" name="图形 14" descr="书架上的书籍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29409" y="2722427"/>
            <a:ext cx="1413146" cy="1413146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4819651" y="2115129"/>
            <a:ext cx="6506418" cy="1302544"/>
          </a:xfrm>
        </p:spPr>
        <p:txBody>
          <a:bodyPr lIns="90000" tIns="46800" rIns="90000" bIns="0" anchor="b" anchorCtr="0">
            <a:normAutofit/>
          </a:bodyPr>
          <a:lstStyle>
            <a:lvl1pPr algn="r">
              <a:defRPr sz="6600" u="none" strike="noStrike" kern="1200" cap="none" spc="6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7"/>
            </p:custDataLst>
          </p:nvPr>
        </p:nvSpPr>
        <p:spPr>
          <a:xfrm>
            <a:off x="4819651" y="3468474"/>
            <a:ext cx="6506417" cy="658293"/>
          </a:xfrm>
        </p:spPr>
        <p:txBody>
          <a:bodyPr lIns="90000" tIns="0" rIns="90000" bIns="46800">
            <a:normAutofit/>
          </a:bodyPr>
          <a:lstStyle>
            <a:lvl1pPr marL="0" indent="0" algn="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6670040" y="4218305"/>
            <a:ext cx="1976755" cy="467995"/>
          </a:xfrm>
        </p:spPr>
        <p:txBody>
          <a:bodyPr lIns="90000" tIns="46800" rIns="90000" bIns="468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4" hasCustomPrompt="1"/>
            <p:custDataLst>
              <p:tags r:id="rId19"/>
            </p:custDataLst>
          </p:nvPr>
        </p:nvSpPr>
        <p:spPr>
          <a:xfrm>
            <a:off x="9137015" y="4218940"/>
            <a:ext cx="1976755" cy="467995"/>
          </a:xfrm>
        </p:spPr>
        <p:txBody>
          <a:bodyPr lIns="90000" tIns="46800" rIns="90000" bIns="468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 userDrawn="1">
            <p:custDataLst>
              <p:tags r:id="rId2"/>
            </p:custDataLst>
          </p:nvPr>
        </p:nvSpPr>
        <p:spPr>
          <a:xfrm>
            <a:off x="4790259" y="1234250"/>
            <a:ext cx="2423341" cy="2423341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椭圆 8"/>
          <p:cNvSpPr/>
          <p:nvPr userDrawn="1">
            <p:custDataLst>
              <p:tags r:id="rId3"/>
            </p:custDataLst>
          </p:nvPr>
        </p:nvSpPr>
        <p:spPr>
          <a:xfrm>
            <a:off x="4906073" y="1355009"/>
            <a:ext cx="2183387" cy="2183387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三角形 9"/>
          <p:cNvSpPr/>
          <p:nvPr userDrawn="1">
            <p:custDataLst>
              <p:tags r:id="rId4"/>
            </p:custDataLst>
          </p:nvPr>
        </p:nvSpPr>
        <p:spPr>
          <a:xfrm>
            <a:off x="5100055" y="6184900"/>
            <a:ext cx="1989405" cy="6731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3672506" y="3880203"/>
            <a:ext cx="4846987" cy="701566"/>
          </a:xfrm>
        </p:spPr>
        <p:txBody>
          <a:bodyPr lIns="90000" tIns="46800" rIns="90000" bIns="0" anchor="b" anchorCtr="0">
            <a:normAutofit/>
          </a:bodyPr>
          <a:lstStyle>
            <a:lvl1pPr algn="ctr">
              <a:defRPr sz="36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3672506" y="4623809"/>
            <a:ext cx="4846987" cy="801846"/>
          </a:xfrm>
        </p:spPr>
        <p:txBody>
          <a:bodyPr lIns="90000" tIns="0" rIns="90000" bIns="4680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0" y="6311900"/>
            <a:ext cx="12192000" cy="546100"/>
            <a:chOff x="0" y="6311900"/>
            <a:chExt cx="12192000" cy="5461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9" name="矩形 8"/>
            <p:cNvSpPr/>
            <p:nvPr>
              <p:custDataLst>
                <p:tags r:id="rId3"/>
              </p:custDataLst>
            </p:nvPr>
          </p:nvSpPr>
          <p:spPr>
            <a:xfrm>
              <a:off x="0" y="6667500"/>
              <a:ext cx="12192000" cy="190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9"/>
            <p:cNvSpPr/>
            <p:nvPr>
              <p:custDataLst>
                <p:tags r:id="rId4"/>
              </p:custDataLst>
            </p:nvPr>
          </p:nvSpPr>
          <p:spPr>
            <a:xfrm>
              <a:off x="5196194" y="6311900"/>
              <a:ext cx="1712587" cy="5461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>
            <p:custDataLst>
              <p:tags r:id="rId2"/>
            </p:custDataLst>
          </p:nvPr>
        </p:nvGrpSpPr>
        <p:grpSpPr>
          <a:xfrm>
            <a:off x="-1" y="2"/>
            <a:ext cx="1669953" cy="1796360"/>
            <a:chOff x="-1" y="2"/>
            <a:chExt cx="1669953" cy="1796360"/>
          </a:xfrm>
        </p:grpSpPr>
        <p:sp>
          <p:nvSpPr>
            <p:cNvPr id="7" name="任意形状 6"/>
            <p:cNvSpPr/>
            <p:nvPr>
              <p:custDataLst>
                <p:tags r:id="rId3"/>
              </p:custDataLst>
            </p:nvPr>
          </p:nvSpPr>
          <p:spPr>
            <a:xfrm>
              <a:off x="-1" y="2"/>
              <a:ext cx="1542110" cy="1637672"/>
            </a:xfrm>
            <a:custGeom>
              <a:avLst/>
              <a:gdLst>
                <a:gd name="connsiteX0" fmla="*/ 0 w 5892890"/>
                <a:gd name="connsiteY0" fmla="*/ 0 h 6258061"/>
                <a:gd name="connsiteX1" fmla="*/ 5892890 w 5892890"/>
                <a:gd name="connsiteY1" fmla="*/ 0 h 6258061"/>
                <a:gd name="connsiteX2" fmla="*/ 0 w 5892890"/>
                <a:gd name="connsiteY2" fmla="*/ 6258061 h 6258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92890" h="6258061">
                  <a:moveTo>
                    <a:pt x="0" y="0"/>
                  </a:moveTo>
                  <a:lnTo>
                    <a:pt x="5892890" y="0"/>
                  </a:lnTo>
                  <a:lnTo>
                    <a:pt x="0" y="62580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" name="任意形状 7"/>
            <p:cNvSpPr/>
            <p:nvPr>
              <p:custDataLst>
                <p:tags r:id="rId4"/>
              </p:custDataLst>
            </p:nvPr>
          </p:nvSpPr>
          <p:spPr>
            <a:xfrm>
              <a:off x="-1" y="2051"/>
              <a:ext cx="1669953" cy="1794311"/>
            </a:xfrm>
            <a:custGeom>
              <a:avLst/>
              <a:gdLst>
                <a:gd name="connsiteX0" fmla="*/ 6019832 w 6381419"/>
                <a:gd name="connsiteY0" fmla="*/ 0 h 6856631"/>
                <a:gd name="connsiteX1" fmla="*/ 6381419 w 6381419"/>
                <a:gd name="connsiteY1" fmla="*/ 0 h 6856631"/>
                <a:gd name="connsiteX2" fmla="*/ 0 w 6381419"/>
                <a:gd name="connsiteY2" fmla="*/ 6856631 h 6856631"/>
                <a:gd name="connsiteX3" fmla="*/ 0 w 6381419"/>
                <a:gd name="connsiteY3" fmla="*/ 6392869 h 6856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1419" h="6856631">
                  <a:moveTo>
                    <a:pt x="6019832" y="0"/>
                  </a:moveTo>
                  <a:lnTo>
                    <a:pt x="6381419" y="0"/>
                  </a:lnTo>
                  <a:lnTo>
                    <a:pt x="0" y="6856631"/>
                  </a:lnTo>
                  <a:lnTo>
                    <a:pt x="0" y="6392869"/>
                  </a:lnTo>
                  <a:close/>
                </a:path>
              </a:pathLst>
            </a:custGeom>
            <a:pattFill prst="ltUpDiag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12" name="组合 11"/>
          <p:cNvGrpSpPr/>
          <p:nvPr userDrawn="1">
            <p:custDataLst>
              <p:tags r:id="rId5"/>
            </p:custDataLst>
          </p:nvPr>
        </p:nvGrpSpPr>
        <p:grpSpPr>
          <a:xfrm>
            <a:off x="10522047" y="5061640"/>
            <a:ext cx="1669953" cy="1796360"/>
            <a:chOff x="10522047" y="5061640"/>
            <a:chExt cx="1669953" cy="1796360"/>
          </a:xfrm>
        </p:grpSpPr>
        <p:sp>
          <p:nvSpPr>
            <p:cNvPr id="10" name="任意形状 10"/>
            <p:cNvSpPr/>
            <p:nvPr>
              <p:custDataLst>
                <p:tags r:id="rId6"/>
              </p:custDataLst>
            </p:nvPr>
          </p:nvSpPr>
          <p:spPr>
            <a:xfrm rot="10800000">
              <a:off x="10649890" y="5220328"/>
              <a:ext cx="1542110" cy="1637672"/>
            </a:xfrm>
            <a:custGeom>
              <a:avLst/>
              <a:gdLst>
                <a:gd name="connsiteX0" fmla="*/ 0 w 5892890"/>
                <a:gd name="connsiteY0" fmla="*/ 0 h 6258061"/>
                <a:gd name="connsiteX1" fmla="*/ 5892890 w 5892890"/>
                <a:gd name="connsiteY1" fmla="*/ 0 h 6258061"/>
                <a:gd name="connsiteX2" fmla="*/ 0 w 5892890"/>
                <a:gd name="connsiteY2" fmla="*/ 6258061 h 6258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92890" h="6258061">
                  <a:moveTo>
                    <a:pt x="0" y="0"/>
                  </a:moveTo>
                  <a:lnTo>
                    <a:pt x="5892890" y="0"/>
                  </a:lnTo>
                  <a:lnTo>
                    <a:pt x="0" y="62580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任意形状 11"/>
            <p:cNvSpPr/>
            <p:nvPr>
              <p:custDataLst>
                <p:tags r:id="rId7"/>
              </p:custDataLst>
            </p:nvPr>
          </p:nvSpPr>
          <p:spPr>
            <a:xfrm rot="10800000">
              <a:off x="10522047" y="5061640"/>
              <a:ext cx="1669953" cy="1794311"/>
            </a:xfrm>
            <a:custGeom>
              <a:avLst/>
              <a:gdLst>
                <a:gd name="connsiteX0" fmla="*/ 6019832 w 6381419"/>
                <a:gd name="connsiteY0" fmla="*/ 0 h 6856631"/>
                <a:gd name="connsiteX1" fmla="*/ 6381419 w 6381419"/>
                <a:gd name="connsiteY1" fmla="*/ 0 h 6856631"/>
                <a:gd name="connsiteX2" fmla="*/ 0 w 6381419"/>
                <a:gd name="connsiteY2" fmla="*/ 6856631 h 6856631"/>
                <a:gd name="connsiteX3" fmla="*/ 0 w 6381419"/>
                <a:gd name="connsiteY3" fmla="*/ 6392869 h 6856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1419" h="6856631">
                  <a:moveTo>
                    <a:pt x="6019832" y="0"/>
                  </a:moveTo>
                  <a:lnTo>
                    <a:pt x="6381419" y="0"/>
                  </a:lnTo>
                  <a:lnTo>
                    <a:pt x="0" y="6856631"/>
                  </a:lnTo>
                  <a:lnTo>
                    <a:pt x="0" y="6392869"/>
                  </a:lnTo>
                  <a:close/>
                </a:path>
              </a:pathLst>
            </a:custGeom>
            <a:pattFill prst="ltUpDiag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"/>
            </p:custDataLst>
          </p:nvPr>
        </p:nvSpPr>
        <p:spPr>
          <a:xfrm>
            <a:off x="1330036" y="443230"/>
            <a:ext cx="10192083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三角形 6"/>
          <p:cNvSpPr/>
          <p:nvPr userDrawn="1">
            <p:custDataLst>
              <p:tags r:id="rId2"/>
            </p:custDataLst>
          </p:nvPr>
        </p:nvSpPr>
        <p:spPr>
          <a:xfrm rot="16200000">
            <a:off x="8697300" y="3185131"/>
            <a:ext cx="597628" cy="49162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三角形 7"/>
          <p:cNvSpPr/>
          <p:nvPr userDrawn="1">
            <p:custDataLst>
              <p:tags r:id="rId3"/>
            </p:custDataLst>
          </p:nvPr>
        </p:nvSpPr>
        <p:spPr>
          <a:xfrm rot="12600000">
            <a:off x="2790426" y="3250546"/>
            <a:ext cx="597628" cy="49162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3396248" y="2830779"/>
            <a:ext cx="5354053" cy="1200329"/>
          </a:xfrm>
        </p:spPr>
        <p:txBody>
          <a:bodyPr vert="horz" lIns="90000" tIns="46800" rIns="9000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3396248" y="4070350"/>
            <a:ext cx="5354053" cy="460375"/>
          </a:xfrm>
        </p:spPr>
        <p:txBody>
          <a:bodyPr lIns="90000" tIns="0" rIns="90000" bIns="46800"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7" name="组合 6"/>
          <p:cNvGrpSpPr/>
          <p:nvPr userDrawn="1">
            <p:custDataLst>
              <p:tags r:id="rId6"/>
            </p:custDataLst>
          </p:nvPr>
        </p:nvGrpSpPr>
        <p:grpSpPr>
          <a:xfrm>
            <a:off x="11136630" y="5718810"/>
            <a:ext cx="1060450" cy="1139190"/>
            <a:chOff x="11136630" y="5718810"/>
            <a:chExt cx="1060450" cy="1139190"/>
          </a:xfrm>
        </p:grpSpPr>
        <p:sp>
          <p:nvSpPr>
            <p:cNvPr id="23" name="任意形状 10"/>
            <p:cNvSpPr/>
            <p:nvPr>
              <p:custDataLst>
                <p:tags r:id="rId7"/>
              </p:custDataLst>
            </p:nvPr>
          </p:nvSpPr>
          <p:spPr>
            <a:xfrm rot="10800000">
              <a:off x="11303205" y="5907006"/>
              <a:ext cx="893875" cy="949075"/>
            </a:xfrm>
            <a:custGeom>
              <a:avLst/>
              <a:gdLst>
                <a:gd name="connsiteX0" fmla="*/ 0 w 5892890"/>
                <a:gd name="connsiteY0" fmla="*/ 0 h 6258061"/>
                <a:gd name="connsiteX1" fmla="*/ 5892890 w 5892890"/>
                <a:gd name="connsiteY1" fmla="*/ 0 h 6258061"/>
                <a:gd name="connsiteX2" fmla="*/ 0 w 5892890"/>
                <a:gd name="connsiteY2" fmla="*/ 6258061 h 6258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92890" h="6258061">
                  <a:moveTo>
                    <a:pt x="0" y="0"/>
                  </a:moveTo>
                  <a:lnTo>
                    <a:pt x="5892890" y="0"/>
                  </a:lnTo>
                  <a:lnTo>
                    <a:pt x="0" y="62580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4" name="任意多边形: 形状 23"/>
            <p:cNvSpPr/>
            <p:nvPr>
              <p:custDataLst>
                <p:tags r:id="rId8"/>
              </p:custDataLst>
            </p:nvPr>
          </p:nvSpPr>
          <p:spPr>
            <a:xfrm rot="10800000">
              <a:off x="11136630" y="5718810"/>
              <a:ext cx="1060450" cy="1139190"/>
            </a:xfrm>
            <a:custGeom>
              <a:avLst/>
              <a:gdLst>
                <a:gd name="connsiteX0" fmla="*/ 1030378 w 1131341"/>
                <a:gd name="connsiteY0" fmla="*/ 0 h 1215590"/>
                <a:gd name="connsiteX1" fmla="*/ 1131341 w 1131341"/>
                <a:gd name="connsiteY1" fmla="*/ 0 h 1215590"/>
                <a:gd name="connsiteX2" fmla="*/ 0 w 1131341"/>
                <a:gd name="connsiteY2" fmla="*/ 1215590 h 1215590"/>
                <a:gd name="connsiteX3" fmla="*/ 0 w 1131341"/>
                <a:gd name="connsiteY3" fmla="*/ 1094228 h 1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1341" h="1215590">
                  <a:moveTo>
                    <a:pt x="1030378" y="0"/>
                  </a:moveTo>
                  <a:lnTo>
                    <a:pt x="1131341" y="0"/>
                  </a:lnTo>
                  <a:lnTo>
                    <a:pt x="0" y="1215590"/>
                  </a:lnTo>
                  <a:lnTo>
                    <a:pt x="0" y="1094228"/>
                  </a:lnTo>
                  <a:close/>
                </a:path>
              </a:pathLst>
            </a:custGeom>
            <a:pattFill prst="ltUpDiag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6" name="组合 5"/>
          <p:cNvGrpSpPr/>
          <p:nvPr userDrawn="1">
            <p:custDataLst>
              <p:tags r:id="rId9"/>
            </p:custDataLst>
          </p:nvPr>
        </p:nvGrpSpPr>
        <p:grpSpPr>
          <a:xfrm>
            <a:off x="0" y="1905"/>
            <a:ext cx="1060450" cy="1139190"/>
            <a:chOff x="0" y="1905"/>
            <a:chExt cx="1060450" cy="1139190"/>
          </a:xfrm>
        </p:grpSpPr>
        <p:sp>
          <p:nvSpPr>
            <p:cNvPr id="20" name="任意形状 6"/>
            <p:cNvSpPr/>
            <p:nvPr>
              <p:custDataLst>
                <p:tags r:id="rId10"/>
              </p:custDataLst>
            </p:nvPr>
          </p:nvSpPr>
          <p:spPr>
            <a:xfrm>
              <a:off x="0" y="1905"/>
              <a:ext cx="893874" cy="949075"/>
            </a:xfrm>
            <a:custGeom>
              <a:avLst/>
              <a:gdLst>
                <a:gd name="connsiteX0" fmla="*/ 0 w 5892890"/>
                <a:gd name="connsiteY0" fmla="*/ 0 h 6258061"/>
                <a:gd name="connsiteX1" fmla="*/ 5892890 w 5892890"/>
                <a:gd name="connsiteY1" fmla="*/ 0 h 6258061"/>
                <a:gd name="connsiteX2" fmla="*/ 0 w 5892890"/>
                <a:gd name="connsiteY2" fmla="*/ 6258061 h 6258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92890" h="6258061">
                  <a:moveTo>
                    <a:pt x="0" y="0"/>
                  </a:moveTo>
                  <a:lnTo>
                    <a:pt x="5892890" y="0"/>
                  </a:lnTo>
                  <a:lnTo>
                    <a:pt x="0" y="62580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1" name="任意多边形: 形状 20"/>
            <p:cNvSpPr/>
            <p:nvPr>
              <p:custDataLst>
                <p:tags r:id="rId11"/>
              </p:custDataLst>
            </p:nvPr>
          </p:nvSpPr>
          <p:spPr>
            <a:xfrm>
              <a:off x="1" y="1905"/>
              <a:ext cx="1060449" cy="1139190"/>
            </a:xfrm>
            <a:custGeom>
              <a:avLst/>
              <a:gdLst>
                <a:gd name="connsiteX0" fmla="*/ 1030378 w 1131341"/>
                <a:gd name="connsiteY0" fmla="*/ 0 h 1215590"/>
                <a:gd name="connsiteX1" fmla="*/ 1131341 w 1131341"/>
                <a:gd name="connsiteY1" fmla="*/ 0 h 1215590"/>
                <a:gd name="connsiteX2" fmla="*/ 0 w 1131341"/>
                <a:gd name="connsiteY2" fmla="*/ 1215590 h 1215590"/>
                <a:gd name="connsiteX3" fmla="*/ 0 w 1131341"/>
                <a:gd name="connsiteY3" fmla="*/ 1094228 h 1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1341" h="1215590">
                  <a:moveTo>
                    <a:pt x="1030378" y="0"/>
                  </a:moveTo>
                  <a:lnTo>
                    <a:pt x="1131341" y="0"/>
                  </a:lnTo>
                  <a:lnTo>
                    <a:pt x="0" y="1215590"/>
                  </a:lnTo>
                  <a:lnTo>
                    <a:pt x="0" y="1094228"/>
                  </a:lnTo>
                  <a:close/>
                </a:path>
              </a:pathLst>
            </a:custGeom>
            <a:pattFill prst="ltUpDiag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等腰三角形 12"/>
          <p:cNvSpPr/>
          <p:nvPr userDrawn="1">
            <p:custDataLst>
              <p:tags r:id="rId3"/>
            </p:custDataLst>
          </p:nvPr>
        </p:nvSpPr>
        <p:spPr>
          <a:xfrm rot="16200000">
            <a:off x="10938156" y="5604156"/>
            <a:ext cx="1558612" cy="94907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>
            <p:custDataLst>
              <p:tags r:id="rId9"/>
            </p:custDataLst>
          </p:nvPr>
        </p:nvGrpSpPr>
        <p:grpSpPr>
          <a:xfrm>
            <a:off x="-357194" y="-430391"/>
            <a:ext cx="1844487" cy="1203457"/>
            <a:chOff x="-357194" y="-430391"/>
            <a:chExt cx="1844487" cy="1203457"/>
          </a:xfrm>
        </p:grpSpPr>
        <p:sp>
          <p:nvSpPr>
            <p:cNvPr id="19" name="任意多边形: 形状 18"/>
            <p:cNvSpPr/>
            <p:nvPr>
              <p:custDataLst>
                <p:tags r:id="rId10"/>
              </p:custDataLst>
            </p:nvPr>
          </p:nvSpPr>
          <p:spPr>
            <a:xfrm rot="8222120">
              <a:off x="-357194" y="62882"/>
              <a:ext cx="858853" cy="710184"/>
            </a:xfrm>
            <a:custGeom>
              <a:avLst/>
              <a:gdLst>
                <a:gd name="connsiteX0" fmla="*/ 197414 w 858853"/>
                <a:gd name="connsiteY0" fmla="*/ 710184 h 710184"/>
                <a:gd name="connsiteX1" fmla="*/ 0 w 858853"/>
                <a:gd name="connsiteY1" fmla="*/ 526320 h 710184"/>
                <a:gd name="connsiteX2" fmla="*/ 0 w 858853"/>
                <a:gd name="connsiteY2" fmla="*/ 0 h 710184"/>
                <a:gd name="connsiteX3" fmla="*/ 858853 w 858853"/>
                <a:gd name="connsiteY3" fmla="*/ 0 h 710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8853" h="710184">
                  <a:moveTo>
                    <a:pt x="197414" y="710184"/>
                  </a:moveTo>
                  <a:lnTo>
                    <a:pt x="0" y="526320"/>
                  </a:lnTo>
                  <a:lnTo>
                    <a:pt x="0" y="0"/>
                  </a:lnTo>
                  <a:lnTo>
                    <a:pt x="858853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8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5" name="任意多边形: 形状 14"/>
            <p:cNvSpPr/>
            <p:nvPr>
              <p:custDataLst>
                <p:tags r:id="rId11"/>
              </p:custDataLst>
            </p:nvPr>
          </p:nvSpPr>
          <p:spPr>
            <a:xfrm rot="13623192">
              <a:off x="594507" y="-462397"/>
              <a:ext cx="860779" cy="924792"/>
            </a:xfrm>
            <a:custGeom>
              <a:avLst/>
              <a:gdLst>
                <a:gd name="connsiteX0" fmla="*/ 860779 w 860779"/>
                <a:gd name="connsiteY0" fmla="*/ 0 h 924792"/>
                <a:gd name="connsiteX1" fmla="*/ 0 w 860779"/>
                <a:gd name="connsiteY1" fmla="*/ 924792 h 924792"/>
                <a:gd name="connsiteX2" fmla="*/ 0 w 860779"/>
                <a:gd name="connsiteY2" fmla="*/ 0 h 92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0779" h="924792">
                  <a:moveTo>
                    <a:pt x="860779" y="0"/>
                  </a:moveTo>
                  <a:lnTo>
                    <a:pt x="0" y="924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>
            <p:custDataLst>
              <p:tags r:id="rId9"/>
            </p:custDataLst>
          </p:nvPr>
        </p:nvGrpSpPr>
        <p:grpSpPr>
          <a:xfrm>
            <a:off x="10542860" y="-429535"/>
            <a:ext cx="2075980" cy="1248446"/>
            <a:chOff x="10542860" y="-429535"/>
            <a:chExt cx="2075980" cy="1248446"/>
          </a:xfrm>
        </p:grpSpPr>
        <p:sp>
          <p:nvSpPr>
            <p:cNvPr id="19" name="任意多边形: 形状 18"/>
            <p:cNvSpPr/>
            <p:nvPr>
              <p:custDataLst>
                <p:tags r:id="rId10"/>
              </p:custDataLst>
            </p:nvPr>
          </p:nvSpPr>
          <p:spPr>
            <a:xfrm rot="13377880" flipH="1">
              <a:off x="11567316" y="35461"/>
              <a:ext cx="1051524" cy="783450"/>
            </a:xfrm>
            <a:custGeom>
              <a:avLst/>
              <a:gdLst>
                <a:gd name="connsiteX0" fmla="*/ 0 w 1051524"/>
                <a:gd name="connsiteY0" fmla="*/ 485820 h 783450"/>
                <a:gd name="connsiteX1" fmla="*/ 319565 w 1051524"/>
                <a:gd name="connsiteY1" fmla="*/ 783450 h 783450"/>
                <a:gd name="connsiteX2" fmla="*/ 528592 w 1051524"/>
                <a:gd name="connsiteY2" fmla="*/ 561470 h 783450"/>
                <a:gd name="connsiteX3" fmla="*/ 1051524 w 1051524"/>
                <a:gd name="connsiteY3" fmla="*/ 0 h 783450"/>
                <a:gd name="connsiteX4" fmla="*/ 0 w 1051524"/>
                <a:gd name="connsiteY4" fmla="*/ 0 h 78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524" h="783450">
                  <a:moveTo>
                    <a:pt x="0" y="485820"/>
                  </a:moveTo>
                  <a:lnTo>
                    <a:pt x="319565" y="783450"/>
                  </a:lnTo>
                  <a:lnTo>
                    <a:pt x="528592" y="561470"/>
                  </a:lnTo>
                  <a:lnTo>
                    <a:pt x="10515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4" name="任意多边形: 形状 13"/>
            <p:cNvSpPr/>
            <p:nvPr>
              <p:custDataLst>
                <p:tags r:id="rId11"/>
              </p:custDataLst>
            </p:nvPr>
          </p:nvSpPr>
          <p:spPr>
            <a:xfrm rot="7976808" flipH="1">
              <a:off x="10574803" y="-461478"/>
              <a:ext cx="859070" cy="922956"/>
            </a:xfrm>
            <a:custGeom>
              <a:avLst/>
              <a:gdLst>
                <a:gd name="connsiteX0" fmla="*/ 0 w 859070"/>
                <a:gd name="connsiteY0" fmla="*/ 922956 h 922956"/>
                <a:gd name="connsiteX1" fmla="*/ 859070 w 859070"/>
                <a:gd name="connsiteY1" fmla="*/ 0 h 922956"/>
                <a:gd name="connsiteX2" fmla="*/ 0 w 859070"/>
                <a:gd name="connsiteY2" fmla="*/ 0 h 922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9070" h="922956">
                  <a:moveTo>
                    <a:pt x="0" y="922956"/>
                  </a:moveTo>
                  <a:lnTo>
                    <a:pt x="8590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6" name="组合 5"/>
          <p:cNvGrpSpPr/>
          <p:nvPr userDrawn="1">
            <p:custDataLst>
              <p:tags r:id="rId6"/>
            </p:custDataLst>
          </p:nvPr>
        </p:nvGrpSpPr>
        <p:grpSpPr>
          <a:xfrm>
            <a:off x="10542860" y="-429535"/>
            <a:ext cx="2075980" cy="1248446"/>
            <a:chOff x="10542860" y="-429535"/>
            <a:chExt cx="2075980" cy="1248446"/>
          </a:xfrm>
        </p:grpSpPr>
        <p:sp>
          <p:nvSpPr>
            <p:cNvPr id="17" name="任意多边形: 形状 16"/>
            <p:cNvSpPr/>
            <p:nvPr>
              <p:custDataLst>
                <p:tags r:id="rId7"/>
              </p:custDataLst>
            </p:nvPr>
          </p:nvSpPr>
          <p:spPr>
            <a:xfrm rot="13377880" flipH="1">
              <a:off x="11567316" y="35461"/>
              <a:ext cx="1051524" cy="783450"/>
            </a:xfrm>
            <a:custGeom>
              <a:avLst/>
              <a:gdLst>
                <a:gd name="connsiteX0" fmla="*/ 0 w 1051524"/>
                <a:gd name="connsiteY0" fmla="*/ 485820 h 783450"/>
                <a:gd name="connsiteX1" fmla="*/ 319565 w 1051524"/>
                <a:gd name="connsiteY1" fmla="*/ 783450 h 783450"/>
                <a:gd name="connsiteX2" fmla="*/ 528592 w 1051524"/>
                <a:gd name="connsiteY2" fmla="*/ 561470 h 783450"/>
                <a:gd name="connsiteX3" fmla="*/ 1051524 w 1051524"/>
                <a:gd name="connsiteY3" fmla="*/ 0 h 783450"/>
                <a:gd name="connsiteX4" fmla="*/ 0 w 1051524"/>
                <a:gd name="connsiteY4" fmla="*/ 0 h 78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524" h="783450">
                  <a:moveTo>
                    <a:pt x="0" y="485820"/>
                  </a:moveTo>
                  <a:lnTo>
                    <a:pt x="319565" y="783450"/>
                  </a:lnTo>
                  <a:lnTo>
                    <a:pt x="528592" y="561470"/>
                  </a:lnTo>
                  <a:lnTo>
                    <a:pt x="10515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5" name="任意多边形: 形状 14"/>
            <p:cNvSpPr/>
            <p:nvPr>
              <p:custDataLst>
                <p:tags r:id="rId8"/>
              </p:custDataLst>
            </p:nvPr>
          </p:nvSpPr>
          <p:spPr>
            <a:xfrm rot="7976808" flipH="1">
              <a:off x="10574803" y="-461478"/>
              <a:ext cx="859070" cy="922956"/>
            </a:xfrm>
            <a:custGeom>
              <a:avLst/>
              <a:gdLst>
                <a:gd name="connsiteX0" fmla="*/ 0 w 859070"/>
                <a:gd name="connsiteY0" fmla="*/ 922956 h 922956"/>
                <a:gd name="connsiteX1" fmla="*/ 859070 w 859070"/>
                <a:gd name="connsiteY1" fmla="*/ 0 h 922956"/>
                <a:gd name="connsiteX2" fmla="*/ 0 w 859070"/>
                <a:gd name="connsiteY2" fmla="*/ 0 h 922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9070" h="922956">
                  <a:moveTo>
                    <a:pt x="0" y="922956"/>
                  </a:moveTo>
                  <a:lnTo>
                    <a:pt x="8590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lnSpc>
                <a:spcPct val="100000"/>
              </a:lnSpc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1"/>
            </p:custDataLst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11136630" y="5718810"/>
            <a:ext cx="1060450" cy="1139190"/>
            <a:chOff x="11060659" y="5642410"/>
            <a:chExt cx="1131341" cy="1215590"/>
          </a:xfrm>
        </p:grpSpPr>
        <p:sp>
          <p:nvSpPr>
            <p:cNvPr id="14" name="任意形状 10"/>
            <p:cNvSpPr/>
            <p:nvPr>
              <p:custDataLst>
                <p:tags r:id="rId3"/>
              </p:custDataLst>
            </p:nvPr>
          </p:nvSpPr>
          <p:spPr>
            <a:xfrm rot="10800000">
              <a:off x="11238370" y="5843227"/>
              <a:ext cx="953630" cy="1012725"/>
            </a:xfrm>
            <a:custGeom>
              <a:avLst/>
              <a:gdLst>
                <a:gd name="connsiteX0" fmla="*/ 0 w 5892890"/>
                <a:gd name="connsiteY0" fmla="*/ 0 h 6258061"/>
                <a:gd name="connsiteX1" fmla="*/ 5892890 w 5892890"/>
                <a:gd name="connsiteY1" fmla="*/ 0 h 6258061"/>
                <a:gd name="connsiteX2" fmla="*/ 0 w 5892890"/>
                <a:gd name="connsiteY2" fmla="*/ 6258061 h 6258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92890" h="6258061">
                  <a:moveTo>
                    <a:pt x="0" y="0"/>
                  </a:moveTo>
                  <a:lnTo>
                    <a:pt x="5892890" y="0"/>
                  </a:lnTo>
                  <a:lnTo>
                    <a:pt x="0" y="6258061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6" name="任意多边形: 形状 15"/>
            <p:cNvSpPr/>
            <p:nvPr>
              <p:custDataLst>
                <p:tags r:id="rId4"/>
              </p:custDataLst>
            </p:nvPr>
          </p:nvSpPr>
          <p:spPr>
            <a:xfrm rot="10800000">
              <a:off x="11060659" y="5642410"/>
              <a:ext cx="1131341" cy="1215590"/>
            </a:xfrm>
            <a:custGeom>
              <a:avLst/>
              <a:gdLst>
                <a:gd name="connsiteX0" fmla="*/ 1030378 w 1131341"/>
                <a:gd name="connsiteY0" fmla="*/ 0 h 1215590"/>
                <a:gd name="connsiteX1" fmla="*/ 1131341 w 1131341"/>
                <a:gd name="connsiteY1" fmla="*/ 0 h 1215590"/>
                <a:gd name="connsiteX2" fmla="*/ 0 w 1131341"/>
                <a:gd name="connsiteY2" fmla="*/ 1215590 h 1215590"/>
                <a:gd name="connsiteX3" fmla="*/ 0 w 1131341"/>
                <a:gd name="connsiteY3" fmla="*/ 1094228 h 1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1341" h="1215590">
                  <a:moveTo>
                    <a:pt x="1030378" y="0"/>
                  </a:moveTo>
                  <a:lnTo>
                    <a:pt x="1131341" y="0"/>
                  </a:lnTo>
                  <a:lnTo>
                    <a:pt x="0" y="1215590"/>
                  </a:lnTo>
                  <a:lnTo>
                    <a:pt x="0" y="1094228"/>
                  </a:lnTo>
                  <a:close/>
                </a:path>
              </a:pathLst>
            </a:custGeom>
            <a:pattFill prst="ltUpDiag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5" name="矩形 14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2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3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3"/>
            </p:custDataLst>
          </p:nvPr>
        </p:nvSpPr>
        <p:spPr>
          <a:xfrm rot="8222120">
            <a:off x="-418465" y="259715"/>
            <a:ext cx="837565" cy="899160"/>
          </a:xfrm>
          <a:custGeom>
            <a:avLst/>
            <a:gdLst>
              <a:gd name="connsiteX0" fmla="*/ 0 w 837395"/>
              <a:gd name="connsiteY0" fmla="*/ 899107 h 899107"/>
              <a:gd name="connsiteX1" fmla="*/ 0 w 837395"/>
              <a:gd name="connsiteY1" fmla="*/ 0 h 899107"/>
              <a:gd name="connsiteX2" fmla="*/ 837395 w 837395"/>
              <a:gd name="connsiteY2" fmla="*/ 0 h 899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7395" h="899107">
                <a:moveTo>
                  <a:pt x="0" y="899107"/>
                </a:moveTo>
                <a:lnTo>
                  <a:pt x="0" y="0"/>
                </a:lnTo>
                <a:lnTo>
                  <a:pt x="837395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任意多边形: 形状 14"/>
          <p:cNvSpPr/>
          <p:nvPr userDrawn="1">
            <p:custDataLst>
              <p:tags r:id="rId4"/>
            </p:custDataLst>
          </p:nvPr>
        </p:nvSpPr>
        <p:spPr>
          <a:xfrm rot="13623192">
            <a:off x="596900" y="-949325"/>
            <a:ext cx="1767205" cy="1898650"/>
          </a:xfrm>
          <a:custGeom>
            <a:avLst/>
            <a:gdLst>
              <a:gd name="connsiteX0" fmla="*/ 1766938 w 1766938"/>
              <a:gd name="connsiteY0" fmla="*/ 0 h 1898341"/>
              <a:gd name="connsiteX1" fmla="*/ 0 w 1766938"/>
              <a:gd name="connsiteY1" fmla="*/ 1898341 h 1898341"/>
              <a:gd name="connsiteX2" fmla="*/ 0 w 1766938"/>
              <a:gd name="connsiteY2" fmla="*/ 0 h 1898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66938" h="1898341">
                <a:moveTo>
                  <a:pt x="1766938" y="0"/>
                </a:moveTo>
                <a:lnTo>
                  <a:pt x="0" y="189834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5"/>
            </p:custDataLst>
          </p:nvPr>
        </p:nvSpPr>
        <p:spPr>
          <a:xfrm rot="19022120">
            <a:off x="11764010" y="5654040"/>
            <a:ext cx="893445" cy="959485"/>
          </a:xfrm>
          <a:custGeom>
            <a:avLst/>
            <a:gdLst>
              <a:gd name="connsiteX0" fmla="*/ 893512 w 893512"/>
              <a:gd name="connsiteY0" fmla="*/ 0 h 959359"/>
              <a:gd name="connsiteX1" fmla="*/ 0 w 893512"/>
              <a:gd name="connsiteY1" fmla="*/ 959359 h 959359"/>
              <a:gd name="connsiteX2" fmla="*/ 0 w 893512"/>
              <a:gd name="connsiteY2" fmla="*/ 0 h 959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3512" h="959359">
                <a:moveTo>
                  <a:pt x="893512" y="0"/>
                </a:moveTo>
                <a:lnTo>
                  <a:pt x="0" y="95935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任意多边形: 形状 26"/>
          <p:cNvSpPr/>
          <p:nvPr userDrawn="1">
            <p:custDataLst>
              <p:tags r:id="rId6"/>
            </p:custDataLst>
          </p:nvPr>
        </p:nvSpPr>
        <p:spPr>
          <a:xfrm rot="2823192">
            <a:off x="9792970" y="5895975"/>
            <a:ext cx="1791335" cy="1924685"/>
          </a:xfrm>
          <a:custGeom>
            <a:avLst/>
            <a:gdLst>
              <a:gd name="connsiteX0" fmla="*/ 0 w 1791226"/>
              <a:gd name="connsiteY0" fmla="*/ 0 h 1924434"/>
              <a:gd name="connsiteX1" fmla="*/ 1791226 w 1791226"/>
              <a:gd name="connsiteY1" fmla="*/ 0 h 1924434"/>
              <a:gd name="connsiteX2" fmla="*/ 0 w 1791226"/>
              <a:gd name="connsiteY2" fmla="*/ 1924434 h 1924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91226" h="1924434">
                <a:moveTo>
                  <a:pt x="0" y="0"/>
                </a:moveTo>
                <a:lnTo>
                  <a:pt x="1791226" y="0"/>
                </a:lnTo>
                <a:lnTo>
                  <a:pt x="0" y="192443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0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>
            <a:normAutofit/>
          </a:bodyPr>
          <a:lstStyle>
            <a:lvl1pPr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56.xml"/><Relationship Id="rId23" Type="http://schemas.openxmlformats.org/officeDocument/2006/relationships/tags" Target="../tags/tag155.xml"/><Relationship Id="rId22" Type="http://schemas.openxmlformats.org/officeDocument/2006/relationships/tags" Target="../tags/tag154.xml"/><Relationship Id="rId21" Type="http://schemas.openxmlformats.org/officeDocument/2006/relationships/tags" Target="../tags/tag153.xml"/><Relationship Id="rId20" Type="http://schemas.openxmlformats.org/officeDocument/2006/relationships/tags" Target="../tags/tag15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51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169.xml"/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1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6600">
                <a:solidFill>
                  <a:schemeClr val="accent1">
                    <a:lumMod val="75000"/>
                  </a:schemeClr>
                </a:solidFill>
              </a:rPr>
              <a:t>OSS Tools</a:t>
            </a:r>
            <a:endParaRPr lang="en-US" altLang="zh-CN" sz="66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 lang="en-US" altLang="zh-CN">
                <a:solidFill>
                  <a:schemeClr val="dk1">
                    <a:lumMod val="85000"/>
                    <a:lumOff val="15000"/>
                  </a:schemeClr>
                </a:solidFill>
              </a:rPr>
              <a:t>Last updated: 3/15/2024</a:t>
            </a:r>
            <a:endParaRPr lang="en-US" altLang="zh-CN">
              <a:solidFill>
                <a:schemeClr val="dk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/>
          <a:p>
            <a:r>
              <a:rPr lang="zh-CN" altLang="en-US" sz="1800" dirty="0">
                <a:solidFill>
                  <a:schemeClr val="lt1"/>
                </a:solidFill>
              </a:rPr>
              <a:t>汇报人姓名</a:t>
            </a:r>
            <a:endParaRPr lang="zh-CN" altLang="en-US" sz="1800" dirty="0">
              <a:solidFill>
                <a:schemeClr val="lt1"/>
              </a:solidFill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137015" y="4218940"/>
            <a:ext cx="1976755" cy="46799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mar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solidFill>
                  <a:schemeClr val="lt1"/>
                </a:solidFill>
              </a:rPr>
              <a:t>汇报日期</a:t>
            </a:r>
            <a:endParaRPr lang="zh-CN" altLang="en-US" sz="1800" dirty="0">
              <a:solidFill>
                <a:schemeClr val="lt1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General Tools</a:t>
            </a:r>
            <a:endParaRPr lang="en-US" altLang="zh-CN"/>
          </a:p>
        </p:txBody>
      </p:sp>
      <p:grpSp>
        <p:nvGrpSpPr>
          <p:cNvPr id="7" name="组合 6"/>
          <p:cNvGrpSpPr/>
          <p:nvPr userDrawn="1">
            <p:custDataLst>
              <p:tags r:id="rId1"/>
            </p:custDataLst>
          </p:nvPr>
        </p:nvGrpSpPr>
        <p:grpSpPr>
          <a:xfrm>
            <a:off x="11136630" y="5718810"/>
            <a:ext cx="1060450" cy="1139190"/>
            <a:chOff x="11136630" y="5718810"/>
            <a:chExt cx="1060450" cy="1139190"/>
          </a:xfrm>
        </p:grpSpPr>
        <p:sp>
          <p:nvSpPr>
            <p:cNvPr id="23" name="任意形状 10"/>
            <p:cNvSpPr/>
            <p:nvPr>
              <p:custDataLst>
                <p:tags r:id="rId2"/>
              </p:custDataLst>
            </p:nvPr>
          </p:nvSpPr>
          <p:spPr>
            <a:xfrm rot="10800000">
              <a:off x="11303205" y="5907006"/>
              <a:ext cx="893875" cy="949075"/>
            </a:xfrm>
            <a:custGeom>
              <a:avLst/>
              <a:gdLst>
                <a:gd name="connsiteX0" fmla="*/ 0 w 5892890"/>
                <a:gd name="connsiteY0" fmla="*/ 0 h 6258061"/>
                <a:gd name="connsiteX1" fmla="*/ 5892890 w 5892890"/>
                <a:gd name="connsiteY1" fmla="*/ 0 h 6258061"/>
                <a:gd name="connsiteX2" fmla="*/ 0 w 5892890"/>
                <a:gd name="connsiteY2" fmla="*/ 6258061 h 6258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92890" h="6258061">
                  <a:moveTo>
                    <a:pt x="0" y="0"/>
                  </a:moveTo>
                  <a:lnTo>
                    <a:pt x="5892890" y="0"/>
                  </a:lnTo>
                  <a:lnTo>
                    <a:pt x="0" y="62580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kumimoji="1" lang="zh-CN" altLang="en-US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任意多边形: 形状 23"/>
            <p:cNvSpPr/>
            <p:nvPr>
              <p:custDataLst>
                <p:tags r:id="rId3"/>
              </p:custDataLst>
            </p:nvPr>
          </p:nvSpPr>
          <p:spPr>
            <a:xfrm rot="10800000">
              <a:off x="11136630" y="5718810"/>
              <a:ext cx="1060450" cy="1139190"/>
            </a:xfrm>
            <a:custGeom>
              <a:avLst/>
              <a:gdLst>
                <a:gd name="connsiteX0" fmla="*/ 1030378 w 1131341"/>
                <a:gd name="connsiteY0" fmla="*/ 0 h 1215590"/>
                <a:gd name="connsiteX1" fmla="*/ 1131341 w 1131341"/>
                <a:gd name="connsiteY1" fmla="*/ 0 h 1215590"/>
                <a:gd name="connsiteX2" fmla="*/ 0 w 1131341"/>
                <a:gd name="connsiteY2" fmla="*/ 1215590 h 1215590"/>
                <a:gd name="connsiteX3" fmla="*/ 0 w 1131341"/>
                <a:gd name="connsiteY3" fmla="*/ 1094228 h 1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1341" h="1215590">
                  <a:moveTo>
                    <a:pt x="1030378" y="0"/>
                  </a:moveTo>
                  <a:lnTo>
                    <a:pt x="1131341" y="0"/>
                  </a:lnTo>
                  <a:lnTo>
                    <a:pt x="0" y="1215590"/>
                  </a:lnTo>
                  <a:lnTo>
                    <a:pt x="0" y="1094228"/>
                  </a:lnTo>
                  <a:close/>
                </a:path>
              </a:pathLst>
            </a:custGeom>
            <a:pattFill prst="ltUpDiag">
              <a:fgClr>
                <a:schemeClr val="accent1"/>
              </a:fgClr>
              <a:bgClr>
                <a:schemeClr val="lt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kumimoji="1" lang="zh-CN" altLang="en-US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" name="组合 5"/>
          <p:cNvGrpSpPr/>
          <p:nvPr userDrawn="1">
            <p:custDataLst>
              <p:tags r:id="rId4"/>
            </p:custDataLst>
          </p:nvPr>
        </p:nvGrpSpPr>
        <p:grpSpPr>
          <a:xfrm>
            <a:off x="0" y="1905"/>
            <a:ext cx="1060450" cy="1139190"/>
            <a:chOff x="0" y="1905"/>
            <a:chExt cx="1060450" cy="1139190"/>
          </a:xfrm>
        </p:grpSpPr>
        <p:sp>
          <p:nvSpPr>
            <p:cNvPr id="20" name="任意形状 6"/>
            <p:cNvSpPr/>
            <p:nvPr>
              <p:custDataLst>
                <p:tags r:id="rId5"/>
              </p:custDataLst>
            </p:nvPr>
          </p:nvSpPr>
          <p:spPr>
            <a:xfrm>
              <a:off x="0" y="1905"/>
              <a:ext cx="893874" cy="949075"/>
            </a:xfrm>
            <a:custGeom>
              <a:avLst/>
              <a:gdLst>
                <a:gd name="connsiteX0" fmla="*/ 0 w 5892890"/>
                <a:gd name="connsiteY0" fmla="*/ 0 h 6258061"/>
                <a:gd name="connsiteX1" fmla="*/ 5892890 w 5892890"/>
                <a:gd name="connsiteY1" fmla="*/ 0 h 6258061"/>
                <a:gd name="connsiteX2" fmla="*/ 0 w 5892890"/>
                <a:gd name="connsiteY2" fmla="*/ 6258061 h 6258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92890" h="6258061">
                  <a:moveTo>
                    <a:pt x="0" y="0"/>
                  </a:moveTo>
                  <a:lnTo>
                    <a:pt x="5892890" y="0"/>
                  </a:lnTo>
                  <a:lnTo>
                    <a:pt x="0" y="62580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kumimoji="1" lang="zh-CN" altLang="en-US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任意多边形: 形状 20"/>
            <p:cNvSpPr/>
            <p:nvPr>
              <p:custDataLst>
                <p:tags r:id="rId6"/>
              </p:custDataLst>
            </p:nvPr>
          </p:nvSpPr>
          <p:spPr>
            <a:xfrm>
              <a:off x="1" y="1905"/>
              <a:ext cx="1060449" cy="1139190"/>
            </a:xfrm>
            <a:custGeom>
              <a:avLst/>
              <a:gdLst>
                <a:gd name="connsiteX0" fmla="*/ 1030378 w 1131341"/>
                <a:gd name="connsiteY0" fmla="*/ 0 h 1215590"/>
                <a:gd name="connsiteX1" fmla="*/ 1131341 w 1131341"/>
                <a:gd name="connsiteY1" fmla="*/ 0 h 1215590"/>
                <a:gd name="connsiteX2" fmla="*/ 0 w 1131341"/>
                <a:gd name="connsiteY2" fmla="*/ 1215590 h 1215590"/>
                <a:gd name="connsiteX3" fmla="*/ 0 w 1131341"/>
                <a:gd name="connsiteY3" fmla="*/ 1094228 h 1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1341" h="1215590">
                  <a:moveTo>
                    <a:pt x="1030378" y="0"/>
                  </a:moveTo>
                  <a:lnTo>
                    <a:pt x="1131341" y="0"/>
                  </a:lnTo>
                  <a:lnTo>
                    <a:pt x="0" y="1215590"/>
                  </a:lnTo>
                  <a:lnTo>
                    <a:pt x="0" y="1094228"/>
                  </a:lnTo>
                  <a:close/>
                </a:path>
              </a:pathLst>
            </a:custGeom>
            <a:pattFill prst="ltUpDiag">
              <a:fgClr>
                <a:schemeClr val="accent1"/>
              </a:fgClr>
              <a:bgClr>
                <a:schemeClr val="lt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kumimoji="1" lang="zh-CN" altLang="en-US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aphicFrame>
        <p:nvGraphicFramePr>
          <p:cNvPr id="4" name="表格 3"/>
          <p:cNvGraphicFramePr/>
          <p:nvPr>
            <p:custDataLst>
              <p:tags r:id="rId7"/>
            </p:custDataLst>
          </p:nvPr>
        </p:nvGraphicFramePr>
        <p:xfrm>
          <a:off x="668020" y="1508125"/>
          <a:ext cx="10957560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140"/>
                <a:gridCol w="2499360"/>
                <a:gridCol w="3132455"/>
                <a:gridCol w="3189605"/>
              </a:tblGrid>
              <a:tr h="9658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Purpose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Name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Home page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Download URL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9658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UML Diagram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Draw.io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https://github.com/jgraph/drawio-desktop/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https://github.com/jgraph/drawio-desktop/releases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9658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Mind Map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Simple Mind Map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https://github.com/wanglin2/mind-map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https://github.com/wanglin2/mind-map/releases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9658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磁盘分析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SpaceSniffer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https://github.com/redtrillix/SpaceSniffer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https://github.com/redtrillix/SpaceSniffer/releases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9658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安装包制作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Inno Setup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</p:spTree>
    <p:custDataLst>
      <p:tags r:id="rId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Inno Setup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8369935" cy="5388610"/>
          </a:xfrm>
        </p:spPr>
        <p:txBody>
          <a:bodyPr/>
          <a:p>
            <a:r>
              <a:rPr lang="en-US" altLang="zh-CN" sz="1000"/>
              <a:t>References</a:t>
            </a:r>
            <a:endParaRPr lang="en-US" altLang="zh-CN" sz="1000"/>
          </a:p>
          <a:p>
            <a:pPr lvl="1"/>
            <a:r>
              <a:rPr lang="en-US" altLang="zh-CN" sz="1000"/>
              <a:t>https://zhuanlan.zhihu.com/p/538265067</a:t>
            </a:r>
            <a:endParaRPr lang="en-US" altLang="zh-CN" sz="1000"/>
          </a:p>
          <a:p>
            <a:pPr lvl="1"/>
            <a:r>
              <a:rPr lang="en-US" altLang="zh-CN" sz="1000"/>
              <a:t>https://zhuanlan.zhihu.com/p/168690637</a:t>
            </a:r>
            <a:endParaRPr lang="en-US" altLang="zh-CN" sz="1000"/>
          </a:p>
          <a:p>
            <a:pPr lvl="0"/>
            <a:r>
              <a:rPr sz="1000"/>
              <a:t>签名</a:t>
            </a:r>
            <a:endParaRPr sz="1000"/>
          </a:p>
          <a:p>
            <a:pPr lvl="1"/>
            <a:r>
              <a:rPr sz="1000"/>
              <a:t>创建</a:t>
            </a:r>
            <a:r>
              <a:rPr lang="en-US" altLang="zh-CN" sz="1000"/>
              <a:t>X.509</a:t>
            </a:r>
            <a:r>
              <a:rPr sz="1000"/>
              <a:t>证书</a:t>
            </a:r>
            <a:endParaRPr sz="1000"/>
          </a:p>
          <a:p>
            <a:pPr lvl="2"/>
            <a:r>
              <a:rPr sz="900"/>
              <a:t>"c:\Program Files (x86)\Windows Kits\10\bin\10.0.22000.0\x64\MakeCert.exe"  -sv VhuanTech_signature.pvk -r -n "CN=微幻科技（北京）有限公司" VhuanTech_signature.cer</a:t>
            </a:r>
            <a:endParaRPr sz="900"/>
          </a:p>
          <a:p>
            <a:pPr lvl="1"/>
            <a:r>
              <a:rPr sz="1000"/>
              <a:t>创建发行者证书</a:t>
            </a:r>
            <a:endParaRPr sz="1000"/>
          </a:p>
          <a:p>
            <a:pPr lvl="2"/>
            <a:r>
              <a:rPr sz="900"/>
              <a:t>"c:\Program Files (x86)\Windows Kits\10\bin\10.0.22000.0\x64\cert2spc.exe" VhuanTech_signature.cer VhuanTech_signature.spc</a:t>
            </a:r>
            <a:endParaRPr sz="900"/>
          </a:p>
          <a:p>
            <a:pPr lvl="1"/>
            <a:r>
              <a:rPr sz="1000"/>
              <a:t>导出pfx证书文件</a:t>
            </a:r>
            <a:endParaRPr sz="1000"/>
          </a:p>
          <a:p>
            <a:pPr lvl="2"/>
            <a:r>
              <a:rPr sz="900"/>
              <a:t>"c:\Program Files (x86)\Windows Kits\10\bin\10.0.22000.0\x64\pvk2pfx.exe" -pvk VhuanTech_signature.pvk -pi vhu@ntech -spc VhuanTech_signature.spc -pfx VhuanTech_signature.pfx -f</a:t>
            </a:r>
            <a:endParaRPr sz="900"/>
          </a:p>
          <a:p>
            <a:pPr lvl="1"/>
            <a:r>
              <a:rPr lang="en-US" altLang="zh-CN" sz="1000"/>
              <a:t>软件签名</a:t>
            </a:r>
            <a:endParaRPr lang="en-US" altLang="zh-CN" sz="1000"/>
          </a:p>
          <a:p>
            <a:pPr lvl="2"/>
            <a:r>
              <a:rPr lang="en-US" altLang="zh-CN" sz="900"/>
              <a:t>"c:\Program Files (x86)\Windows Kits\10\bin\10.0.22000.0\x64\signtool.exe" sign /fd sha1 /f VhuanTech_signature.pfx /p vhu@ntech d:\Projects\Obj360Studio\installer\Output\FishObj360Setup_0.7.3.exe</a:t>
            </a:r>
            <a:endParaRPr lang="en-US" altLang="zh-CN" sz="900"/>
          </a:p>
          <a:p>
            <a:pPr lvl="1"/>
            <a:r>
              <a:rPr lang="en-US" altLang="zh-CN" sz="1000"/>
              <a:t>加盖时间戳</a:t>
            </a:r>
            <a:endParaRPr lang="en-US" altLang="zh-CN" sz="1000"/>
          </a:p>
          <a:p>
            <a:pPr lvl="2"/>
            <a:r>
              <a:rPr lang="en-US" altLang="zh-CN" sz="900"/>
              <a:t>"c:\Program Files (x86)\Windows Kits\10\bin\10.0.22000.0\x64\signtool.exe" timestamp /t http://timestamp.digicert.com d:\Projects\Obj360Studio\installer\Output\FishObj360Setup_0.7.3.exe</a:t>
            </a:r>
            <a:endParaRPr lang="en-US" alt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Inno Setup 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6111240" cy="5388610"/>
          </a:xfrm>
        </p:spPr>
        <p:txBody>
          <a:bodyPr/>
          <a:p>
            <a:r>
              <a:rPr lang="zh-CN" altLang="en-US"/>
              <a:t>签名</a:t>
            </a:r>
            <a:endParaRPr lang="zh-CN" altLang="en-US"/>
          </a:p>
          <a:p>
            <a:pPr lvl="1"/>
            <a:r>
              <a:rPr lang="en-US" altLang="zh-CN"/>
              <a:t>Configure</a:t>
            </a:r>
            <a:endParaRPr lang="en-US" altLang="zh-CN"/>
          </a:p>
          <a:p>
            <a:pPr lvl="2"/>
            <a:r>
              <a:rPr lang="zh-CN" altLang="en-US" sz="1400"/>
              <a:t>"c:\Program Files (x86)\Windows Kits\10\bin\10.0.22000.0\x64\signtool.exe" sign /v </a:t>
            </a:r>
            <a:r>
              <a:rPr lang="en-US" altLang="zh-CN" sz="1400"/>
              <a:t>/fd sha1</a:t>
            </a:r>
            <a:r>
              <a:rPr lang="zh-CN" altLang="en-US" sz="1400"/>
              <a:t> /f D:\Weifantasy\Dev\VhuanTech_signature.pfx /p vhu@ntech /t http://timestamp.digicert.com $f</a:t>
            </a:r>
            <a:endParaRPr lang="zh-CN" altLang="en-US" sz="1400"/>
          </a:p>
          <a:p>
            <a:pPr lvl="1"/>
            <a:r>
              <a:rPr lang="en-US" altLang="zh-CN"/>
              <a:t>Add lines to [Setup]</a:t>
            </a:r>
            <a:endParaRPr lang="en-US" altLang="zh-CN"/>
          </a:p>
          <a:p>
            <a:pPr lvl="2"/>
            <a:r>
              <a:rPr lang="en-US" altLang="zh-CN" sz="1400"/>
              <a:t>SignTool=mysigntool</a:t>
            </a:r>
            <a:endParaRPr lang="en-US" altLang="zh-CN" sz="1400"/>
          </a:p>
          <a:p>
            <a:pPr lvl="2"/>
            <a:r>
              <a:rPr lang="en-US" altLang="zh-CN" sz="1400"/>
              <a:t>SignedUninstaller=yes</a:t>
            </a:r>
            <a:endParaRPr lang="en-US" altLang="zh-CN" sz="1400"/>
          </a:p>
        </p:txBody>
      </p:sp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106285" y="374968"/>
            <a:ext cx="4686300" cy="1666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350" y="2259965"/>
            <a:ext cx="3392170" cy="42608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2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3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2"/>
</p:tagLst>
</file>

<file path=ppt/tags/tag8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3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4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4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UNIT_BK_DARK_LIGHT" val="2"/>
  <p:tag name="KSO_WM_SLIDE_BK_DARK_LIGHT" val="2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leftRight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3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3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topBottom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3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3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ottomTop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SLIDE_BACKGROUND_TYPE" val="bottomTop"/>
  <p:tag name="KSO_WM_SLIDE_BK_DARK_LIGHT" val="2"/>
  <p:tag name="KSO_WM_UNIT_TYPE" val="i"/>
  <p:tag name="KSO_WM_UNIT_INDEX" val="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SLIDE_BACKGROUND_TYPE" val="bottomTop"/>
  <p:tag name="KSO_WM_SLIDE_BK_DARK_LIGHT" val="2"/>
  <p:tag name="KSO_WM_UNIT_TYPE" val="i"/>
  <p:tag name="KSO_WM_UNIT_INDEX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3"/>
  <p:tag name="KSO_WM_UNIT_LAYERLEVEL" val="1"/>
  <p:tag name="KSO_WM_TAG_VERSION" val="1.0"/>
  <p:tag name="KSO_WM_BEAUTIFY_FLAG" val="#wm#"/>
  <p:tag name="KSO_WM_SLIDE_BACKGROUND_TYPE" val="bottomTop"/>
  <p:tag name="KSO_WM_SLIDE_BK_DARK_LIGHT" val="2"/>
  <p:tag name="KSO_WM_UNIT_TYPE" val="i"/>
  <p:tag name="KSO_WM_UNIT_INDEX" val="3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navigation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3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3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5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5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4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4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37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37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2537"/>
  <p:tag name="KSO_WM_TEMPLATE_THUMBS_INDEX" val="1、4、6、7、8、9、10、12、14"/>
  <p:tag name="KSO_WM_TEMPLATE_MASTER_THUMB_INDEX" val="12"/>
  <p:tag name="KSO_WM_UNIT_SHOW_EDIT_AREA_INDICATION" val="0"/>
</p:tagLst>
</file>

<file path=ppt/tags/tag157.xml><?xml version="1.0" encoding="utf-8"?>
<p:tagLst xmlns:p="http://schemas.openxmlformats.org/presentationml/2006/main">
  <p:tag name="KSO_WM_UNIT_ISCONTENTSTITLE" val="0"/>
  <p:tag name="KSO_WM_UNIT_PRESET_TEXT" val="简约通用模板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37_1*a*1"/>
  <p:tag name="KSO_WM_TEMPLATE_CATEGORY" val="custom"/>
  <p:tag name="KSO_WM_TEMPLATE_INDEX" val="20202537"/>
  <p:tag name="KSO_WM_UNIT_LAYERLEVEL" val="1"/>
  <p:tag name="KSO_WM_TAG_VERSION" val="1.0"/>
  <p:tag name="KSO_WM_BEAUTIFY_FLAG" val="#wm#"/>
  <p:tag name="KSO_WM_UNIT_ISNUMDGMTITLE" val="0"/>
  <p:tag name="KSO_WM_UNIT_TEXT_FILL_FORE_SCHEMECOLOR_INDEX_BRIGHTNESS" val="0.15"/>
  <p:tag name="KSO_WM_UNIT_TEXT_FILL_FORE_SCHEMECOLOR_INDEX" val="13"/>
  <p:tag name="KSO_WM_UNIT_TEXT_FILL_TYPE" val="1"/>
</p:tagLst>
</file>

<file path=ppt/tags/tag158.xml><?xml version="1.0" encoding="utf-8"?>
<p:tagLst xmlns:p="http://schemas.openxmlformats.org/presentationml/2006/main">
  <p:tag name="KSO_WM_UNIT_ISCONTENTSTITLE" val="0"/>
  <p:tag name="KSO_WM_UNIT_PRESET_TEXT" val="单击此处添加副标题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2537_1*b*1"/>
  <p:tag name="KSO_WM_TEMPLATE_CATEGORY" val="custom"/>
  <p:tag name="KSO_WM_TEMPLATE_INDEX" val="20202537"/>
  <p:tag name="KSO_WM_UNIT_LAYERLEVEL" val="1"/>
  <p:tag name="KSO_WM_TAG_VERSION" val="1.0"/>
  <p:tag name="KSO_WM_BEAUTIFY_FLAG" val="#wm#"/>
  <p:tag name="KSO_WM_UNIT_ISNUMDGMTITLE" val="0"/>
  <p:tag name="KSO_WM_UNIT_TEXT_FILL_FORE_SCHEMECOLOR_INDEX_BRIGHTNESS" val="0.15"/>
  <p:tag name="KSO_WM_UNIT_TEXT_FILL_FORE_SCHEMECOLOR_INDEX" val="13"/>
  <p:tag name="KSO_WM_UNIT_TEXT_FILL_TYPE" val="1"/>
</p:tagLst>
</file>

<file path=ppt/tags/tag159.xml><?xml version="1.0" encoding="utf-8"?>
<p:tagLst xmlns:p="http://schemas.openxmlformats.org/presentationml/2006/main">
  <p:tag name="KSO_WM_UNIT_ISCONTENTSTITLE" val="0"/>
  <p:tag name="KSO_WM_UNIT_PRESET_TEXT" val="汇报人姓名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02537_1*f*1"/>
  <p:tag name="KSO_WM_TEMPLATE_CATEGORY" val="custom"/>
  <p:tag name="KSO_WM_TEMPLATE_INDEX" val="20202537"/>
  <p:tag name="KSO_WM_UNIT_LAYERLEVEL" val="1"/>
  <p:tag name="KSO_WM_TAG_VERSION" val="1.0"/>
  <p:tag name="KSO_WM_BEAUTIFY_FLAG" val="#wm#"/>
  <p:tag name="KSO_WM_UNIT_SUBTYPE" val="b"/>
  <p:tag name="KSO_WM_UNIT_TEXT_FILL_FORE_SCHEMECOLOR_INDEX_BRIGHTNESS" val="0"/>
  <p:tag name="KSO_WM_UNIT_TEXT_FILL_FORE_SCHEMECOLOR_INDEX" val="14"/>
  <p:tag name="KSO_WM_UNIT_TEXT_FILL_TYPE" val="1"/>
</p:tagLst>
</file>

<file path=ppt/tags/tag160.xml><?xml version="1.0" encoding="utf-8"?>
<p:tagLst xmlns:p="http://schemas.openxmlformats.org/presentationml/2006/main">
  <p:tag name="KSO_WM_UNIT_ISCONTENTSTITLE" val="0"/>
  <p:tag name="KSO_WM_UNIT_PRESET_TEXT" val="汇报日期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02537_1*f*2"/>
  <p:tag name="KSO_WM_TEMPLATE_CATEGORY" val="custom"/>
  <p:tag name="KSO_WM_TEMPLATE_INDEX" val="20202537"/>
  <p:tag name="KSO_WM_UNIT_LAYERLEVEL" val="1"/>
  <p:tag name="KSO_WM_TAG_VERSION" val="1.0"/>
  <p:tag name="KSO_WM_BEAUTIFY_FLAG" val="#wm#"/>
  <p:tag name="KSO_WM_UNIT_SUBTYPE" val="c"/>
  <p:tag name="KSO_WM_UNIT_TEXT_FILL_FORE_SCHEMECOLOR_INDEX_BRIGHTNESS" val="0"/>
  <p:tag name="KSO_WM_UNIT_TEXT_FILL_FORE_SCHEMECOLOR_INDEX" val="14"/>
  <p:tag name="KSO_WM_UNIT_TEXT_FILL_TYPE" val="1"/>
</p:tagLst>
</file>

<file path=ppt/tags/tag161.xml><?xml version="1.0" encoding="utf-8"?>
<p:tagLst xmlns:p="http://schemas.openxmlformats.org/presentationml/2006/main">
  <p:tag name="KSO_WM_SLIDE_ID" val="custom20202537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2537"/>
  <p:tag name="KSO_WM_SLIDE_LAYOUT" val="a_b_f"/>
  <p:tag name="KSO_WM_SLIDE_LAYOUT_CNT" val="1_1_2"/>
  <p:tag name="KSO_WM_TEMPLATE_THUMBS_INDEX" val="1、4、6、7、8、9、10、12、14、15"/>
  <p:tag name="KSO_WM_TEMPLATE_MASTER_THUMB_INDEX" val="12"/>
</p:tagLst>
</file>

<file path=ppt/tags/tag16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2"/>
  <p:tag name="KSO_WM_UNIT_FILL_FORE_SCHEMECOLOR_INDEX_BRIGHTNESS" val="0"/>
  <p:tag name="KSO_WM_UNIT_FILL_FORE_SCHEMECOLOR_INDEX" val="5"/>
  <p:tag name="KSO_WM_UNIT_FILL_BACK_SCHEMECOLOR_INDEX_BRIGHTNESS" val="0"/>
  <p:tag name="KSO_WM_UNIT_FILL_BACK_SCHEMECOLOR_INDEX" val="14"/>
  <p:tag name="KSO_WM_UNIT_FILL_TYPE" val="2"/>
  <p:tag name="KSO_WM_UNIT_TEXT_FILL_FORE_SCHEMECOLOR_INDEX_BRIGHTNESS" val="0.15"/>
  <p:tag name="KSO_WM_UNIT_TEXT_FILL_FORE_SCHEMECOLOR_INDEX" val="13"/>
  <p:tag name="KSO_WM_UNIT_TEXT_FILL_TYPE" val="1"/>
</p:tagLst>
</file>

<file path=ppt/tags/tag16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3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4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4"/>
  <p:tag name="KSO_WM_UNIT_FILL_FORE_SCHEMECOLOR_INDEX_BRIGHTNESS" val="0"/>
  <p:tag name="KSO_WM_UNIT_FILL_FORE_SCHEMECOLOR_INDEX" val="5"/>
  <p:tag name="KSO_WM_UNIT_FILL_BACK_SCHEMECOLOR_INDEX_BRIGHTNESS" val="0"/>
  <p:tag name="KSO_WM_UNIT_FILL_BACK_SCHEMECOLOR_INDEX" val="14"/>
  <p:tag name="KSO_WM_UNIT_FILL_TYPE" val="2"/>
  <p:tag name="KSO_WM_UNIT_TEXT_FILL_FORE_SCHEMECOLOR_INDEX_BRIGHTNESS" val="0.15"/>
  <p:tag name="KSO_WM_UNIT_TEXT_FILL_FORE_SCHEMECOLOR_INDEX" val="13"/>
  <p:tag name="KSO_WM_UNIT_TEXT_FILL_TYPE" val="1"/>
</p:tagLst>
</file>

<file path=ppt/tags/tag168.xml><?xml version="1.0" encoding="utf-8"?>
<p:tagLst xmlns:p="http://schemas.openxmlformats.org/presentationml/2006/main">
  <p:tag name="TABLE_ENDDRAG_ORIGIN_RECT" val="862*380"/>
  <p:tag name="TABLE_ENDDRAG_RECT" val="52*118*862*380"/>
</p:tagLst>
</file>

<file path=ppt/tags/tag169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commondata" val="eyJoZGlkIjoiYjRhZjQ5NWVmZmQxNmM3NmNkNDYxNWRmNzNmMjA1ZDA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FF8541"/>
      </a:accent1>
      <a:accent2>
        <a:srgbClr val="E57380"/>
      </a:accent2>
      <a:accent3>
        <a:srgbClr val="D06BA8"/>
      </a:accent3>
      <a:accent4>
        <a:srgbClr val="BA5FC6"/>
      </a:accent4>
      <a:accent5>
        <a:srgbClr val="A053E1"/>
      </a:accent5>
      <a:accent6>
        <a:srgbClr val="8346F9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1653</Words>
  <Application>WPS 演示</Application>
  <PresentationFormat>宽屏</PresentationFormat>
  <Paragraphs>72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汉仪旗黑-85S</vt:lpstr>
      <vt:lpstr>黑体</vt:lpstr>
      <vt:lpstr>Viner Hand ITC</vt:lpstr>
      <vt:lpstr>Arial Unicode MS</vt:lpstr>
      <vt:lpstr>Calibri</vt:lpstr>
      <vt:lpstr>WPS</vt:lpstr>
      <vt:lpstr>1_Office 主题​​</vt:lpstr>
      <vt:lpstr>OSS Tools</vt:lpstr>
      <vt:lpstr>General Tools</vt:lpstr>
      <vt:lpstr>Inno Setup</vt:lpstr>
      <vt:lpstr>Inno Setup 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Sparks Lu</dc:creator>
  <cp:lastModifiedBy>VhuanTech</cp:lastModifiedBy>
  <cp:revision>32</cp:revision>
  <dcterms:created xsi:type="dcterms:W3CDTF">2023-08-09T12:44:00Z</dcterms:created>
  <dcterms:modified xsi:type="dcterms:W3CDTF">2024-03-24T08:14:17Z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2052-12.1.0.16250</vt:lpwstr>
  </property>
</Properties>
</file>