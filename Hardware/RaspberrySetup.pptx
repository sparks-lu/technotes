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3"/>
    <p:sldId id="331" r:id="rId4"/>
    <p:sldId id="332" r:id="rId5"/>
    <p:sldId id="522" r:id="rId6"/>
    <p:sldId id="262" r:id="rId7"/>
    <p:sldId id="446" r:id="rId8"/>
    <p:sldId id="484" r:id="rId9"/>
    <p:sldId id="265" r:id="rId10"/>
    <p:sldId id="309" r:id="rId11"/>
    <p:sldId id="523" r:id="rId12"/>
    <p:sldId id="524" r:id="rId13"/>
    <p:sldId id="266" r:id="rId14"/>
    <p:sldId id="299" r:id="rId15"/>
    <p:sldId id="280" r:id="rId16"/>
    <p:sldId id="321" r:id="rId17"/>
    <p:sldId id="322" r:id="rId18"/>
    <p:sldId id="272" r:id="rId19"/>
    <p:sldId id="292" r:id="rId20"/>
    <p:sldId id="287" r:id="rId21"/>
    <p:sldId id="285" r:id="rId22"/>
    <p:sldId id="286" r:id="rId23"/>
    <p:sldId id="263" r:id="rId24"/>
    <p:sldId id="264" r:id="rId25"/>
    <p:sldId id="410" r:id="rId26"/>
    <p:sldId id="298" r:id="rId27"/>
    <p:sldId id="338" r:id="rId28"/>
    <p:sldId id="360" r:id="rId29"/>
    <p:sldId id="357" r:id="rId30"/>
    <p:sldId id="339" r:id="rId31"/>
    <p:sldId id="340" r:id="rId32"/>
    <p:sldId id="431" r:id="rId33"/>
    <p:sldId id="447" r:id="rId34"/>
    <p:sldId id="372" r:id="rId35"/>
    <p:sldId id="397" r:id="rId36"/>
    <p:sldId id="395" r:id="rId37"/>
    <p:sldId id="384" r:id="rId38"/>
    <p:sldId id="343" r:id="rId39"/>
    <p:sldId id="341" r:id="rId40"/>
    <p:sldId id="374" r:id="rId41"/>
    <p:sldId id="359" r:id="rId42"/>
    <p:sldId id="361" r:id="rId43"/>
    <p:sldId id="362" r:id="rId44"/>
    <p:sldId id="342" r:id="rId45"/>
    <p:sldId id="375" r:id="rId46"/>
    <p:sldId id="358" r:id="rId47"/>
    <p:sldId id="376" r:id="rId48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gs" Target="tags/tag59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image" Target="../media/image14.png"/><Relationship Id="rId3" Type="http://schemas.openxmlformats.org/officeDocument/2006/relationships/tags" Target="../tags/tag3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4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0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55.xml"/><Relationship Id="rId6" Type="http://schemas.openxmlformats.org/officeDocument/2006/relationships/image" Target="../media/image23.png"/><Relationship Id="rId5" Type="http://schemas.openxmlformats.org/officeDocument/2006/relationships/tags" Target="../tags/tag54.xml"/><Relationship Id="rId4" Type="http://schemas.openxmlformats.org/officeDocument/2006/relationships/image" Target="../media/image22.png"/><Relationship Id="rId3" Type="http://schemas.openxmlformats.org/officeDocument/2006/relationships/tags" Target="../tags/tag53.xml"/><Relationship Id="rId2" Type="http://schemas.openxmlformats.org/officeDocument/2006/relationships/image" Target="../media/image21.png"/><Relationship Id="rId1" Type="http://schemas.openxmlformats.org/officeDocument/2006/relationships/tags" Target="../tags/tag5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smtClean="0"/>
              <a:t>Raspberry Setup</a:t>
            </a:r>
            <a:endParaRPr lang="en-US" altLang="zh-CN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72500"/>
          </a:bodyPr>
          <a:p>
            <a:pPr algn="ctr"/>
            <a:r>
              <a:rPr lang="en-US" altLang="zh-CN" dirty="0" smtClean="0"/>
              <a:t>LOREM IPSUM DOLOR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Change History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2024/3/23</a:t>
            </a:r>
            <a:endParaRPr lang="en-US" altLang="zh-CN"/>
          </a:p>
          <a:p>
            <a:pPr lvl="1"/>
            <a:r>
              <a:rPr lang="en-US" altLang="zh-CN"/>
              <a:t>Updated for Raspberry PI 4b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785620" cy="4549140"/>
          </a:xfrm>
        </p:spPr>
        <p:txBody>
          <a:bodyPr/>
          <a:p>
            <a:r>
              <a:rPr lang="en-US" altLang="zh-CN"/>
              <a:t>Versions</a:t>
            </a:r>
            <a:endParaRPr lang="en-US" altLang="zh-CN"/>
          </a:p>
          <a:p>
            <a:pPr lvl="1"/>
            <a:r>
              <a:rPr lang="en-US" altLang="zh-CN"/>
              <a:t>Zero 2 W</a:t>
            </a:r>
            <a:endParaRPr lang="en-US" altLang="zh-CN"/>
          </a:p>
          <a:p>
            <a:pPr lvl="1"/>
            <a:r>
              <a:rPr lang="en-US" altLang="zh-CN"/>
              <a:t>4b</a:t>
            </a:r>
            <a:endParaRPr lang="en-US" altLang="zh-CN"/>
          </a:p>
          <a:p>
            <a:pPr lvl="1"/>
            <a:r>
              <a:rPr lang="en-US" altLang="zh-CN"/>
              <a:t>5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705" y="307340"/>
            <a:ext cx="4002405" cy="2753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98280" y="3060700"/>
            <a:ext cx="2113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Pi 4B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705" y="3572510"/>
            <a:ext cx="4003040" cy="25387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98280" y="6111240"/>
            <a:ext cx="2113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Pi 5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585" y="307340"/>
            <a:ext cx="5151120" cy="6400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Raspberry Pi Zero 2W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64735" cy="4549140"/>
          </a:xfrm>
        </p:spPr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756920"/>
            <a:ext cx="5547360" cy="57454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Rabian - Basic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92750" cy="4549140"/>
          </a:xfrm>
        </p:spPr>
        <p:txBody>
          <a:bodyPr>
            <a:noAutofit/>
          </a:bodyPr>
          <a:p>
            <a:r>
              <a:rPr lang="en-US" altLang="zh-CN" sz="1600"/>
              <a:t>OS</a:t>
            </a:r>
            <a:endParaRPr lang="en-US" altLang="zh-CN" sz="1600"/>
          </a:p>
          <a:p>
            <a:pPr lvl="1"/>
            <a:r>
              <a:rPr lang="en-US" altLang="zh-CN" sz="1400"/>
              <a:t>Download Rasbian system image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https://www.raspberrypi.org/downloads/raspbian/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/>
              <a:t>https://www.raspberrypi.com/software/</a:t>
            </a:r>
            <a:endParaRPr lang="en-US" altLang="zh-CN" sz="1200"/>
          </a:p>
          <a:p>
            <a:pPr lvl="2"/>
            <a:r>
              <a:rPr lang="en-US" altLang="en-US" sz="1200"/>
              <a:t>Windows</a:t>
            </a:r>
            <a:endParaRPr lang="en-US" altLang="en-US" sz="1200"/>
          </a:p>
          <a:p>
            <a:pPr lvl="3"/>
            <a:r>
              <a:rPr lang="en-US" altLang="zh-CN" sz="1200"/>
              <a:t>Remove all partitions</a:t>
            </a:r>
            <a:endParaRPr lang="en-US" altLang="zh-CN" sz="1200"/>
          </a:p>
          <a:p>
            <a:pPr lvl="3"/>
            <a:r>
              <a:rPr lang="en-US" altLang="zh-CN" sz="1200"/>
              <a:t>Download Win32DiskImager</a:t>
            </a:r>
            <a:endParaRPr lang="en-US" altLang="zh-CN" sz="1200"/>
          </a:p>
          <a:p>
            <a:pPr lvl="3"/>
            <a:r>
              <a:rPr lang="en-US" altLang="zh-CN" sz="1200"/>
              <a:t>Write Rasbian image to TF card</a:t>
            </a:r>
            <a:endParaRPr lang="en-US" altLang="zh-CN" sz="1200"/>
          </a:p>
          <a:p>
            <a:pPr lvl="2"/>
            <a:r>
              <a:rPr lang="en-US" altLang="en-US" sz="1200"/>
              <a:t>Linux</a:t>
            </a:r>
            <a:endParaRPr lang="en-US" altLang="en-US" sz="1200"/>
          </a:p>
          <a:p>
            <a:pPr lvl="3"/>
            <a:r>
              <a:rPr lang="en-US" altLang="en-US" sz="1200"/>
              <a:t>Etcher</a:t>
            </a:r>
            <a:endParaRPr lang="en-US" altLang="en-US" sz="1200"/>
          </a:p>
          <a:p>
            <a:pPr lvl="3"/>
            <a:r>
              <a:rPr lang="en-US" altLang="zh-CN" sz="1200"/>
              <a:t>dd bs=4M if=2018-11-13-raspbian-stretch.img of=/dev/sdX conv=fsync</a:t>
            </a:r>
            <a:endParaRPr lang="en-US" altLang="zh-CN" sz="1200"/>
          </a:p>
          <a:p>
            <a:pPr lvl="0"/>
            <a:r>
              <a:rPr lang="en-US" altLang="zh-CN" sz="1600"/>
              <a:t>Config</a:t>
            </a:r>
            <a:endParaRPr lang="en-US" altLang="zh-CN" sz="1600"/>
          </a:p>
          <a:p>
            <a:pPr lvl="1"/>
            <a:r>
              <a:rPr lang="en-US" altLang="zh-CN" sz="1400" b="1"/>
              <a:t>SSH</a:t>
            </a:r>
            <a:endParaRPr lang="en-US" altLang="zh-CN" sz="1400"/>
          </a:p>
          <a:p>
            <a:pPr lvl="2"/>
            <a:r>
              <a:rPr lang="en-US" altLang="zh-CN" sz="1200"/>
              <a:t>Create empty “ssh” file in /boot to enable SSH service</a:t>
            </a:r>
            <a:endParaRPr lang="en-US" altLang="zh-CN" sz="1200"/>
          </a:p>
          <a:p>
            <a:pPr lvl="0"/>
            <a:r>
              <a:rPr lang="en-US" altLang="zh-CN" sz="1600"/>
              <a:t>Boot</a:t>
            </a:r>
            <a:endParaRPr lang="en-US" altLang="zh-CN" sz="1600"/>
          </a:p>
          <a:p>
            <a:pPr lvl="1"/>
            <a:r>
              <a:rPr lang="en-US" altLang="zh-CN" sz="1400"/>
              <a:t>Username: pi</a:t>
            </a:r>
            <a:endParaRPr lang="en-US" altLang="zh-CN" sz="1400"/>
          </a:p>
          <a:p>
            <a:pPr lvl="1"/>
            <a:r>
              <a:rPr lang="en-US" altLang="zh-CN" sz="1400"/>
              <a:t>Password: raspberry</a:t>
            </a:r>
            <a:endParaRPr lang="en-US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Network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5955" y="1211580"/>
            <a:ext cx="5492750" cy="5017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en-US" sz="1400"/>
              <a:t>https://www.raspberrypi.com/documentation/computers/remote-access.html</a:t>
            </a:r>
            <a:endParaRPr lang="en-US" altLang="en-US" sz="1400"/>
          </a:p>
          <a:p>
            <a:pPr lvl="0"/>
            <a:r>
              <a:rPr lang="en-US" altLang="en-US" sz="1600"/>
              <a:t>VNC</a:t>
            </a:r>
            <a:endParaRPr lang="en-US" altLang="en-US" sz="1680"/>
          </a:p>
          <a:p>
            <a:pPr lvl="1"/>
            <a:r>
              <a:rPr lang="en-US" altLang="en-US" sz="1400"/>
              <a:t>wayvnc as VNC server on Raspberry Pi</a:t>
            </a:r>
            <a:endParaRPr lang="en-US" altLang="en-US" sz="1400"/>
          </a:p>
          <a:p>
            <a:pPr lvl="1"/>
            <a:r>
              <a:rPr lang="en-US" altLang="en-US" sz="1400"/>
              <a:t>Steps</a:t>
            </a:r>
            <a:endParaRPr lang="en-US" altLang="en-US" sz="1400"/>
          </a:p>
          <a:p>
            <a:pPr lvl="2"/>
            <a:r>
              <a:rPr lang="en-US" altLang="en-US" sz="1260"/>
              <a:t>enable vnc server on Raspberry Pi</a:t>
            </a:r>
            <a:endParaRPr lang="en-US" altLang="en-US" sz="1260"/>
          </a:p>
          <a:p>
            <a:pPr lvl="3"/>
            <a:r>
              <a:rPr lang="en-US" altLang="en-US" sz="1260"/>
              <a:t>Preferences &gt; Raspberry Pi Configuration, Interfaces tab</a:t>
            </a:r>
            <a:endParaRPr lang="en-US" altLang="en-US" sz="1260"/>
          </a:p>
          <a:p>
            <a:pPr lvl="3"/>
            <a:r>
              <a:rPr lang="en-US" altLang="en-US" sz="1260"/>
              <a:t>sudo raspi-config, “3 Interface Options”, “I2 VNC”</a:t>
            </a:r>
            <a:endParaRPr lang="en-US" altLang="en-US" sz="1260"/>
          </a:p>
          <a:p>
            <a:pPr lvl="2"/>
            <a:r>
              <a:rPr lang="en-US" altLang="en-US" sz="1260"/>
              <a:t>ensure PC and RPI are connecting the same WiFi</a:t>
            </a:r>
            <a:endParaRPr lang="en-US" altLang="en-US" sz="1260"/>
          </a:p>
          <a:p>
            <a:pPr lvl="2"/>
            <a:r>
              <a:rPr lang="en-US" altLang="en-US" sz="1260"/>
              <a:t>in pc, start TigerVNC viewer</a:t>
            </a:r>
            <a:endParaRPr lang="en-US" altLang="en-US" sz="1260"/>
          </a:p>
          <a:p>
            <a:pPr lvl="2"/>
            <a:r>
              <a:rPr lang="en-US" altLang="en-US" sz="1260"/>
              <a:t>input VNC server (RPI) IP address</a:t>
            </a:r>
            <a:endParaRPr lang="en-US" altLang="en-US" sz="1260"/>
          </a:p>
          <a:p>
            <a:pPr lvl="2"/>
            <a:r>
              <a:rPr lang="en-US" altLang="en-US" sz="1260"/>
              <a:t>in Options-&gt;”Input”, check “Show dot when no cursor”</a:t>
            </a:r>
            <a:endParaRPr lang="en-US" altLang="en-US" sz="1260"/>
          </a:p>
          <a:p>
            <a:pPr lvl="2"/>
            <a:r>
              <a:rPr lang="en-US" altLang="en-US" sz="1260"/>
              <a:t>press Connect, input username and password</a:t>
            </a:r>
            <a:endParaRPr lang="en-US" altLang="en-US" sz="1260"/>
          </a:p>
          <a:p>
            <a:pPr lvl="0"/>
            <a:r>
              <a:rPr lang="en-US" altLang="en-US" sz="1600">
                <a:sym typeface="+mn-ea"/>
              </a:rPr>
              <a:t>SSH</a:t>
            </a:r>
            <a:endParaRPr lang="en-US" altLang="en-US" sz="1600"/>
          </a:p>
          <a:p>
            <a:pPr lvl="1"/>
            <a:r>
              <a:rPr lang="en-US" altLang="en-US" sz="1400">
                <a:sym typeface="+mn-ea"/>
              </a:rPr>
              <a:t>IP address can be found using Angry IP Scanner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ssh pi@raspberrypi.local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rsync -avz -e ssh pi@192.168.1.10:camera/ camera/</a:t>
            </a:r>
            <a:endParaRPr lang="en-US" altLang="en-US" sz="1400">
              <a:sym typeface="+mn-ea"/>
            </a:endParaRPr>
          </a:p>
          <a:p>
            <a:pPr lvl="1"/>
            <a:r>
              <a:rPr lang="en-US" altLang="en-US" sz="1400">
                <a:sym typeface="+mn-ea"/>
              </a:rPr>
              <a:t>scp *.jpg &lt;username&gt;@&lt;pi_ipaddr&gt;:&lt;path&gt;</a:t>
            </a:r>
            <a:endParaRPr lang="en-US" altLang="en-US" sz="1400">
              <a:sym typeface="+mn-ea"/>
            </a:endParaRPr>
          </a:p>
          <a:p>
            <a:pPr lvl="1"/>
            <a:r>
              <a:rPr lang="en-US" altLang="en-US" sz="1400">
                <a:sym typeface="+mn-ea"/>
              </a:rPr>
              <a:t>scp -r folder/ </a:t>
            </a:r>
            <a:r>
              <a:rPr lang="en-US" altLang="en-US" sz="1400">
                <a:sym typeface="+mn-ea"/>
              </a:rPr>
              <a:t>&lt;username&gt;@&lt;pi_ipaddr&gt;:&lt;path&gt;</a:t>
            </a:r>
            <a:endParaRPr lang="en-US" altLang="en-US" sz="1400"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249670" y="1211580"/>
            <a:ext cx="5492750" cy="5295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400">
                <a:sym typeface="+mn-ea"/>
              </a:rPr>
              <a:t>NFS</a:t>
            </a:r>
            <a:endParaRPr lang="en-US" altLang="en-US" sz="1400">
              <a:sym typeface="+mn-ea"/>
            </a:endParaRPr>
          </a:p>
          <a:p>
            <a:pPr lvl="1"/>
            <a:r>
              <a:rPr lang="en-US" altLang="en-US" sz="1200">
                <a:sym typeface="+mn-ea"/>
              </a:rPr>
              <a:t>Network File System (NFS) allows you to share a directory located on one networked computer with other computers or devices on the same network.</a:t>
            </a:r>
            <a:endParaRPr lang="en-US" altLang="en-US" sz="1200">
              <a:sym typeface="+mn-ea"/>
            </a:endParaRPr>
          </a:p>
          <a:p>
            <a:pPr lvl="1"/>
            <a:r>
              <a:rPr lang="en-US" altLang="en-US" sz="1200">
                <a:sym typeface="+mn-ea"/>
              </a:rPr>
              <a:t>client / server</a:t>
            </a:r>
            <a:endParaRPr lang="en-US" altLang="en-US" sz="1200">
              <a:sym typeface="+mn-ea"/>
            </a:endParaRPr>
          </a:p>
          <a:p>
            <a:r>
              <a:rPr lang="en-US" altLang="en-US" sz="1400">
                <a:sym typeface="+mn-ea"/>
              </a:rPr>
              <a:t>Samba</a:t>
            </a:r>
            <a:endParaRPr lang="en-US" altLang="en-US" sz="1400">
              <a:sym typeface="+mn-ea"/>
            </a:endParaRPr>
          </a:p>
          <a:p>
            <a:pPr lvl="1"/>
            <a:r>
              <a:rPr lang="en-US" altLang="en-US" sz="1200">
                <a:sym typeface="+mn-ea"/>
              </a:rPr>
              <a:t>With Samba, you can share folders between Windows, macOS, and Linux machines.</a:t>
            </a:r>
            <a:endParaRPr lang="en-US" altLang="en-US" sz="1200">
              <a:sym typeface="+mn-ea"/>
            </a:endParaRPr>
          </a:p>
          <a:p>
            <a:pPr lvl="0"/>
            <a:r>
              <a:rPr lang="en-US" altLang="en-US" sz="1400">
                <a:sym typeface="+mn-ea"/>
              </a:rPr>
              <a:t>Network boot</a:t>
            </a:r>
            <a:endParaRPr lang="en-US" altLang="en-US" sz="1400">
              <a:sym typeface="+mn-ea"/>
            </a:endParaRPr>
          </a:p>
          <a:p>
            <a:pPr lvl="1"/>
            <a:r>
              <a:rPr lang="en-US" altLang="en-US" sz="1200">
                <a:sym typeface="+mn-ea"/>
              </a:rPr>
              <a:t>You can set up a DHCP/TFTP server which will allow you to boot a Raspberry Pi 3 or 4 from the network.</a:t>
            </a:r>
            <a:endParaRPr lang="en-US" altLang="en-US" sz="1200">
              <a:sym typeface="+mn-ea"/>
            </a:endParaRPr>
          </a:p>
          <a:p>
            <a:pPr lvl="0"/>
            <a:r>
              <a:rPr lang="en-US" altLang="en-US" sz="1600">
                <a:sym typeface="+mn-ea"/>
              </a:rPr>
              <a:t>Network</a:t>
            </a:r>
            <a:endParaRPr lang="en-US" altLang="en-US" sz="1600">
              <a:sym typeface="+mn-ea"/>
            </a:endParaRPr>
          </a:p>
          <a:p>
            <a:pPr lvl="1"/>
            <a:r>
              <a:rPr lang="en-US" altLang="en-US" sz="1200">
                <a:sym typeface="+mn-ea"/>
              </a:rPr>
              <a:t>/etc/network/interfaces</a:t>
            </a:r>
            <a:endParaRPr lang="en-US" altLang="en-US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iface usb0 inet static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address 192.168.42.42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netmask 255.255.255.0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network 192.168.42.0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broadcast 192.168.42.255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wlan0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auto wlan0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allow-hotplug wlan0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iface wlan0 inet dhcp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wpa-ssid "P30"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wpa-psk "vhuantech"</a:t>
            </a:r>
            <a:endParaRPr lang="en-US" altLang="zh-CN" sz="12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Network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7800" cy="5075555"/>
          </a:xfrm>
        </p:spPr>
        <p:txBody>
          <a:bodyPr>
            <a:normAutofit lnSpcReduction="10000"/>
          </a:bodyPr>
          <a:p>
            <a:r>
              <a:rPr lang="en-US" altLang="zh-CN" sz="1200"/>
              <a:t>Commands</a:t>
            </a:r>
            <a:endParaRPr lang="en-US" altLang="zh-CN" sz="1200"/>
          </a:p>
          <a:p>
            <a:pPr lvl="1"/>
            <a:r>
              <a:rPr lang="en-US" altLang="zh-CN" sz="1000"/>
              <a:t>ip addr show	// show ip addresses</a:t>
            </a:r>
            <a:endParaRPr lang="en-US" altLang="zh-CN" sz="1000"/>
          </a:p>
          <a:p>
            <a:pPr lvl="1"/>
            <a:r>
              <a:rPr lang="en-US" altLang="zh-CN" sz="1000"/>
              <a:t>arp -a	// show ip addresses and host names</a:t>
            </a:r>
            <a:endParaRPr lang="en-US" altLang="zh-CN" sz="1000"/>
          </a:p>
          <a:p>
            <a:pPr lvl="0"/>
            <a:r>
              <a:rPr lang="en-US" altLang="zh-CN" sz="1200"/>
              <a:t>dhcp</a:t>
            </a:r>
            <a:endParaRPr lang="en-US" altLang="zh-CN" sz="1200"/>
          </a:p>
          <a:p>
            <a:pPr lvl="0"/>
            <a:r>
              <a:rPr lang="en-US" altLang="zh-CN" sz="1200"/>
              <a:t>USB Network</a:t>
            </a:r>
            <a:endParaRPr lang="en-US" altLang="zh-CN" sz="1200"/>
          </a:p>
          <a:p>
            <a:pPr lvl="1"/>
            <a:r>
              <a:rPr lang="en-US" altLang="zh-CN" sz="1000"/>
              <a:t>Connect with Android phone using USB</a:t>
            </a:r>
            <a:endParaRPr lang="en-US" altLang="zh-CN" sz="1000"/>
          </a:p>
          <a:p>
            <a:pPr lvl="1"/>
            <a:r>
              <a:rPr lang="en-US" altLang="zh-CN" sz="1000"/>
              <a:t>RPI: usb0 192.168.42.73</a:t>
            </a:r>
            <a:endParaRPr lang="en-US" altLang="zh-CN" sz="1000"/>
          </a:p>
          <a:p>
            <a:pPr lvl="1"/>
            <a:r>
              <a:rPr lang="en-US" altLang="zh-CN" sz="1000"/>
              <a:t>phone: rndis0 192.168.42.129</a:t>
            </a:r>
            <a:endParaRPr lang="en-US" altLang="zh-CN" sz="1000"/>
          </a:p>
          <a:p>
            <a:pPr lvl="1"/>
            <a:r>
              <a:rPr lang="en-US" altLang="zh-CN" sz="1000"/>
              <a:t>RPI recognize phone as network interface</a:t>
            </a:r>
            <a:endParaRPr lang="en-US" altLang="zh-CN" sz="1000"/>
          </a:p>
          <a:p>
            <a:pPr lvl="0"/>
            <a:r>
              <a:rPr lang="en-US" altLang="zh-CN" sz="1200"/>
              <a:t>WiFi Network</a:t>
            </a:r>
            <a:endParaRPr lang="en-US" altLang="zh-CN" sz="1200"/>
          </a:p>
          <a:p>
            <a:pPr lvl="1"/>
            <a:r>
              <a:rPr lang="en-US" altLang="zh-CN" sz="1000">
                <a:solidFill>
                  <a:srgbClr val="FF0000"/>
                </a:solidFill>
              </a:rPr>
              <a:t>nmtui</a:t>
            </a:r>
            <a:endParaRPr lang="en-US" altLang="zh-CN" sz="1000">
              <a:solidFill>
                <a:srgbClr val="FF0000"/>
              </a:solidFill>
            </a:endParaRPr>
          </a:p>
          <a:p>
            <a:pPr lvl="1"/>
            <a:r>
              <a:rPr lang="en-US" altLang="zh-CN" sz="1000">
                <a:solidFill>
                  <a:srgbClr val="FF0000"/>
                </a:solidFill>
              </a:rPr>
              <a:t>raspi-config</a:t>
            </a:r>
            <a:endParaRPr lang="en-US" altLang="zh-CN" sz="1000"/>
          </a:p>
          <a:p>
            <a:pPr lvl="1"/>
            <a:r>
              <a:rPr lang="en-US" altLang="zh-CN" sz="1000"/>
              <a:t>wpa_supplicant</a:t>
            </a:r>
            <a:endParaRPr lang="en-US" altLang="zh-CN" sz="1000"/>
          </a:p>
          <a:p>
            <a:pPr lvl="2"/>
            <a:r>
              <a:rPr lang="en-US" altLang="zh-CN" sz="1000"/>
              <a:t>systemctl status wpa_supplicant</a:t>
            </a:r>
            <a:endParaRPr lang="en-US" altLang="zh-CN" sz="1000"/>
          </a:p>
          <a:p>
            <a:pPr lvl="2"/>
            <a:r>
              <a:rPr lang="en-US" altLang="zh-CN" sz="1000"/>
              <a:t>journalctl -xe | grep wpa_supplicant</a:t>
            </a:r>
            <a:endParaRPr lang="en-US" altLang="zh-CN" sz="1000"/>
          </a:p>
          <a:p>
            <a:pPr lvl="1"/>
            <a:r>
              <a:rPr lang="en-US" altLang="zh-CN" sz="1000"/>
              <a:t>sudo iwlist wlan0 scan | grep -A 9 "ESSID" # scan wifi hotspots</a:t>
            </a:r>
            <a:endParaRPr lang="en-US" altLang="zh-CN" sz="1000"/>
          </a:p>
          <a:p>
            <a:pPr lvl="1"/>
            <a:r>
              <a:rPr lang="en-US" altLang="zh-CN" sz="1000"/>
              <a:t>iwgetid	# get current wifi hotspot</a:t>
            </a:r>
            <a:endParaRPr lang="en-US" altLang="zh-CN" sz="1000"/>
          </a:p>
          <a:p>
            <a:pPr lvl="1"/>
            <a:r>
              <a:rPr lang="en-US" altLang="zh-CN" sz="1000"/>
              <a:t>sudo iwconfig wlan0</a:t>
            </a:r>
            <a:endParaRPr lang="en-US" altLang="zh-CN" sz="1000"/>
          </a:p>
          <a:p>
            <a:pPr lvl="1"/>
            <a:r>
              <a:rPr lang="en-US" altLang="zh-CN" sz="1000"/>
              <a:t>cat /proc/net/wireless</a:t>
            </a:r>
            <a:endParaRPr lang="en-US" altLang="zh-CN" sz="1000"/>
          </a:p>
          <a:p>
            <a:pPr lvl="1"/>
            <a:r>
              <a:rPr lang="en-US" altLang="zh-CN" sz="1000">
                <a:sym typeface="+mn-ea"/>
              </a:rPr>
              <a:t>nwcli</a:t>
            </a:r>
            <a:endParaRPr lang="en-US" altLang="zh-CN" sz="1000"/>
          </a:p>
          <a:p>
            <a:pPr lvl="2"/>
            <a:r>
              <a:rPr lang="en-US" altLang="zh-CN" sz="1000">
                <a:sym typeface="+mn-ea"/>
              </a:rPr>
              <a:t>nmcli connection show --active</a:t>
            </a:r>
            <a:endParaRPr lang="en-US" altLang="zh-CN" sz="1000"/>
          </a:p>
          <a:p>
            <a:pPr lvl="2"/>
            <a:r>
              <a:rPr lang="en-US" altLang="zh-CN" sz="1000">
                <a:sym typeface="+mn-ea"/>
              </a:rPr>
              <a:t>nmcli device wifi show-password</a:t>
            </a:r>
            <a:endParaRPr lang="en-US" altLang="zh-CN" sz="1000">
              <a:sym typeface="+mn-ea"/>
            </a:endParaRPr>
          </a:p>
          <a:p>
            <a:pPr lvl="2"/>
            <a:r>
              <a:rPr lang="en-US" altLang="zh-CN" sz="1000">
                <a:sym typeface="+mn-ea"/>
              </a:rPr>
              <a:t>nmcli connection down/up {SSID}</a:t>
            </a:r>
            <a:endParaRPr lang="en-US" altLang="zh-CN" sz="1000">
              <a:sym typeface="+mn-ea"/>
            </a:endParaRPr>
          </a:p>
          <a:p>
            <a:pPr lvl="1"/>
            <a:r>
              <a:rPr lang="en-US" altLang="zh-CN" sz="1200"/>
              <a:t>sudo ifconfig wlan 0 down/up</a:t>
            </a:r>
            <a:endParaRPr lang="en-US" altLang="zh-CN" sz="12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78245" y="1211580"/>
            <a:ext cx="5257800" cy="5448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200"/>
              <a:t>wpa_cli</a:t>
            </a:r>
            <a:endParaRPr lang="en-US" altLang="zh-CN" sz="1200"/>
          </a:p>
          <a:p>
            <a:pPr lvl="2"/>
            <a:r>
              <a:rPr lang="en-US" altLang="zh-CN" sz="1200"/>
              <a:t>status</a:t>
            </a:r>
            <a:endParaRPr lang="en-US" altLang="zh-CN" sz="1200"/>
          </a:p>
          <a:p>
            <a:pPr lvl="2"/>
            <a:r>
              <a:rPr lang="en-US" altLang="zh-CN" sz="1200"/>
              <a:t>list_networks</a:t>
            </a:r>
            <a:endParaRPr lang="en-US" altLang="zh-CN" sz="1200"/>
          </a:p>
          <a:p>
            <a:pPr lvl="2"/>
            <a:r>
              <a:rPr lang="en-US" altLang="zh-CN" sz="1200"/>
              <a:t>scan</a:t>
            </a:r>
            <a:endParaRPr lang="en-US" altLang="zh-CN" sz="1200"/>
          </a:p>
          <a:p>
            <a:pPr lvl="2"/>
            <a:r>
              <a:rPr lang="en-US" altLang="zh-CN" sz="1200"/>
              <a:t>scan_results</a:t>
            </a:r>
            <a:endParaRPr lang="en-US" altLang="zh-CN" sz="1200"/>
          </a:p>
          <a:p>
            <a:pPr lvl="2"/>
            <a:r>
              <a:rPr lang="en-US" altLang="zh-CN" sz="1200"/>
              <a:t>select_network 1   # activate specified network and disable others</a:t>
            </a:r>
            <a:endParaRPr lang="en-US" altLang="zh-CN" sz="1200"/>
          </a:p>
          <a:p>
            <a:pPr lvl="2"/>
            <a:r>
              <a:rPr lang="en-US" altLang="zh-CN" sz="1200"/>
              <a:t>set_network 1 ssid "MyHomeWiFi"</a:t>
            </a:r>
            <a:endParaRPr lang="en-US" altLang="zh-CN" sz="1200"/>
          </a:p>
          <a:p>
            <a:pPr lvl="2"/>
            <a:r>
              <a:rPr lang="en-US" altLang="zh-CN" sz="1200"/>
              <a:t>set_network 1 psk "MyPassword"</a:t>
            </a:r>
            <a:endParaRPr lang="en-US" altLang="zh-CN" sz="1200"/>
          </a:p>
          <a:p>
            <a:pPr lvl="2"/>
            <a:r>
              <a:rPr lang="en-US" altLang="zh-CN" sz="1200"/>
              <a:t>enable_network 1   # enable specified network</a:t>
            </a:r>
            <a:endParaRPr lang="en-US" altLang="zh-CN" sz="1200"/>
          </a:p>
          <a:p>
            <a:pPr lvl="2"/>
            <a:r>
              <a:rPr lang="en-US" altLang="zh-CN" sz="1200"/>
              <a:t>reassociate</a:t>
            </a:r>
            <a:endParaRPr lang="en-US" altLang="zh-CN" sz="1200"/>
          </a:p>
          <a:p>
            <a:pPr lvl="2"/>
            <a:r>
              <a:rPr lang="en-US" altLang="zh-CN" sz="1200"/>
              <a:t>save_config</a:t>
            </a:r>
            <a:endParaRPr lang="en-US" altLang="zh-CN" sz="1200"/>
          </a:p>
          <a:p>
            <a:pPr lvl="2"/>
            <a:r>
              <a:rPr lang="en-US" altLang="zh-CN" sz="1200"/>
              <a:t>disconnect</a:t>
            </a:r>
            <a:endParaRPr lang="en-US" altLang="zh-CN" sz="1200"/>
          </a:p>
          <a:p>
            <a:pPr lvl="2"/>
            <a:r>
              <a:rPr lang="en-US" altLang="zh-CN" sz="1200"/>
              <a:t>reconfigure</a:t>
            </a:r>
            <a:endParaRPr lang="en-US" altLang="zh-CN" sz="1200"/>
          </a:p>
          <a:p>
            <a:pPr lvl="2"/>
            <a:r>
              <a:rPr lang="en-US" altLang="zh-CN" sz="1200"/>
              <a:t>quit</a:t>
            </a:r>
            <a:endParaRPr lang="en-US" altLang="zh-CN" sz="1200"/>
          </a:p>
          <a:p>
            <a:pPr lvl="2"/>
            <a:r>
              <a:rPr lang="en-US" altLang="zh-CN" sz="1200"/>
              <a:t>echo -e "set_network 0 ssid \"P30\"\nset_network 0 psk \"vhuantech\"\nreassociate\nsave_config\nquit" | sudo wpa_cli -i wlan0</a:t>
            </a:r>
            <a:endParaRPr lang="en-US" altLang="zh-CN" sz="12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Rasbian - Hardware Support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287520" cy="5646420"/>
          </a:xfrm>
        </p:spPr>
        <p:txBody>
          <a:bodyPr>
            <a:normAutofit/>
          </a:bodyPr>
          <a:p>
            <a:r>
              <a:rPr lang="en-US" altLang="zh-CN"/>
              <a:t>LCD</a:t>
            </a:r>
            <a:endParaRPr lang="en-US" altLang="zh-CN"/>
          </a:p>
          <a:p>
            <a:pPr lvl="1"/>
            <a:r>
              <a:rPr lang="en-US" altLang="zh-CN"/>
              <a:t>Modify config.txt</a:t>
            </a:r>
            <a:endParaRPr lang="en-US" altLang="zh-CN"/>
          </a:p>
          <a:p>
            <a:pPr lvl="0"/>
            <a:r>
              <a:rPr lang="en-US" altLang="zh-CN" b="1"/>
              <a:t>WIFI</a:t>
            </a:r>
            <a:endParaRPr lang="en-US" altLang="zh-CN"/>
          </a:p>
          <a:p>
            <a:pPr lvl="1"/>
            <a:r>
              <a:rPr lang="en-US" altLang="zh-CN" strike="sngStrike"/>
              <a:t>/etc/wpa_supplicant/wpa_supplicant.conf</a:t>
            </a:r>
            <a:endParaRPr lang="en-US" altLang="zh-CN" strike="sngStrike"/>
          </a:p>
          <a:p>
            <a:pPr lvl="1"/>
            <a:r>
              <a:rPr lang="en-US" altLang="zh-CN">
                <a:sym typeface="+mn-ea"/>
              </a:rPr>
              <a:t>wpa_supplicant.conf</a:t>
            </a:r>
            <a:endParaRPr lang="en-US" altLang="zh-CN"/>
          </a:p>
          <a:p>
            <a:pPr lvl="1"/>
            <a:r>
              <a:rPr lang="en-US" altLang="zh-CN"/>
              <a:t>Static IP</a:t>
            </a:r>
            <a:endParaRPr lang="en-US" altLang="zh-CN"/>
          </a:p>
          <a:p>
            <a:pPr lvl="2"/>
            <a:r>
              <a:rPr lang="en-US" altLang="zh-CN"/>
              <a:t>/etc/dhcpcd.conf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40880" y="914400"/>
            <a:ext cx="3683635" cy="1168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pPr lvl="0" algn="l"/>
            <a:r>
              <a:rPr lang="en-US" altLang="zh-CN" sz="1400" b="1" i="1" u="sng">
                <a:sym typeface="+mn-ea"/>
              </a:rPr>
              <a:t>config.txt</a:t>
            </a:r>
            <a:endParaRPr lang="en-US" altLang="zh-CN" sz="1400" b="1" i="1" u="sng">
              <a:sym typeface="+mn-ea"/>
            </a:endParaRPr>
          </a:p>
          <a:p>
            <a:pPr lvl="0" algn="l"/>
            <a:r>
              <a:rPr lang="en-US" altLang="zh-CN" sz="1400">
                <a:sym typeface="+mn-ea"/>
              </a:rPr>
              <a:t>max_usb_current=1</a:t>
            </a:r>
            <a:endParaRPr lang="en-US" altLang="zh-CN" sz="1400">
              <a:sym typeface="+mn-ea"/>
            </a:endParaRPr>
          </a:p>
          <a:p>
            <a:pPr lvl="0" algn="l"/>
            <a:r>
              <a:rPr lang="en-US" altLang="zh-CN" sz="1400">
                <a:sym typeface="+mn-ea"/>
              </a:rPr>
              <a:t>hdmi_group=2</a:t>
            </a:r>
            <a:endParaRPr lang="en-US" altLang="zh-CN" sz="1400">
              <a:sym typeface="+mn-ea"/>
            </a:endParaRPr>
          </a:p>
          <a:p>
            <a:pPr lvl="0" algn="l"/>
            <a:r>
              <a:rPr lang="en-US" altLang="zh-CN" sz="1400">
                <a:sym typeface="+mn-ea"/>
              </a:rPr>
              <a:t>hdmi_mode=87</a:t>
            </a:r>
            <a:endParaRPr lang="en-US" altLang="zh-CN" sz="1400">
              <a:sym typeface="+mn-ea"/>
            </a:endParaRPr>
          </a:p>
          <a:p>
            <a:pPr lvl="0" algn="l"/>
            <a:r>
              <a:rPr lang="en-US" altLang="zh-CN" sz="1400">
                <a:sym typeface="+mn-ea"/>
              </a:rPr>
              <a:t>hdmi_cvt 800 480 60 6 0 0 0</a:t>
            </a:r>
            <a:endParaRPr lang="en-US" altLang="zh-CN" sz="14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40880" y="2306320"/>
            <a:ext cx="3747135" cy="246126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r>
              <a:rPr lang="en-US" altLang="zh-CN" sz="1400" b="1" i="1" u="sng"/>
              <a:t>wpa_supplicant.conf</a:t>
            </a:r>
            <a:endParaRPr lang="zh-CN" altLang="en-US" sz="1400"/>
          </a:p>
          <a:p>
            <a:r>
              <a:rPr lang="zh-CN" altLang="en-US" sz="1400"/>
              <a:t>country=CN</a:t>
            </a:r>
            <a:endParaRPr lang="zh-CN" altLang="en-US" sz="1400"/>
          </a:p>
          <a:p>
            <a:r>
              <a:rPr lang="zh-CN" altLang="en-US" sz="1400"/>
              <a:t>ctrl_interface=DIR=/var/run/wpa_supplicant GROUP=netdev</a:t>
            </a:r>
            <a:endParaRPr lang="zh-CN" altLang="en-US" sz="1400"/>
          </a:p>
          <a:p>
            <a:r>
              <a:rPr lang="zh-CN" altLang="en-US" sz="1400"/>
              <a:t>update_config=1</a:t>
            </a:r>
            <a:endParaRPr lang="zh-CN" altLang="en-US" sz="1400"/>
          </a:p>
          <a:p>
            <a:r>
              <a:rPr lang="zh-CN" altLang="en-US" sz="1400"/>
              <a:t>network={</a:t>
            </a:r>
            <a:endParaRPr lang="zh-CN" altLang="en-US" sz="1400"/>
          </a:p>
          <a:p>
            <a:r>
              <a:rPr lang="zh-CN" altLang="en-US" sz="1400"/>
              <a:t>	scan_ssid=1</a:t>
            </a:r>
            <a:endParaRPr lang="zh-CN" altLang="en-US" sz="1400"/>
          </a:p>
          <a:p>
            <a:r>
              <a:rPr lang="zh-CN" altLang="en-US" sz="1400"/>
              <a:t>	ssid="yushidata"</a:t>
            </a:r>
            <a:endParaRPr lang="zh-CN" altLang="en-US" sz="1400"/>
          </a:p>
          <a:p>
            <a:r>
              <a:rPr lang="zh-CN" altLang="en-US" sz="1400"/>
              <a:t>	psk="yushi@408"</a:t>
            </a:r>
            <a:endParaRPr lang="zh-CN" altLang="en-US" sz="1400"/>
          </a:p>
          <a:p>
            <a:r>
              <a:rPr lang="zh-CN" altLang="en-US" sz="1400"/>
              <a:t>	key_mgmt=WPA-PSK</a:t>
            </a:r>
            <a:endParaRPr lang="zh-CN" altLang="en-US" sz="1400"/>
          </a:p>
          <a:p>
            <a:r>
              <a:rPr lang="zh-CN" altLang="en-US" sz="1400"/>
              <a:t>}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7040880" y="4962525"/>
            <a:ext cx="3747135" cy="95313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r>
              <a:rPr lang="en-US" altLang="zh-CN" sz="1400" b="1" i="1" u="sng"/>
              <a:t>dhcpcd.conf</a:t>
            </a:r>
            <a:endParaRPr lang="zh-CN" altLang="en-US" sz="1400"/>
          </a:p>
          <a:p>
            <a:r>
              <a:rPr lang="en-US" altLang="zh-CN" sz="1400"/>
              <a:t>interface wlan0</a:t>
            </a:r>
            <a:endParaRPr lang="en-US" altLang="zh-CN" sz="1400"/>
          </a:p>
          <a:p>
            <a:r>
              <a:rPr lang="en-US" altLang="zh-CN" sz="1400"/>
              <a:t>static ip_address = 192.168.1.99</a:t>
            </a:r>
            <a:endParaRPr lang="en-US" altLang="zh-CN" sz="1400"/>
          </a:p>
          <a:p>
            <a:r>
              <a:rPr lang="en-US" altLang="zh-CN" sz="1400"/>
              <a:t>static routers = 192.168.1.1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Camera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1580"/>
            <a:ext cx="5103495" cy="5200015"/>
          </a:xfrm>
        </p:spPr>
        <p:txBody>
          <a:bodyPr>
            <a:normAutofit fontScale="60000"/>
          </a:bodyPr>
          <a:p>
            <a:pPr lvl="0"/>
            <a:r>
              <a:rPr lang="en-US" altLang="en-US" sz="2880">
                <a:sym typeface="+mn-ea"/>
              </a:rPr>
              <a:t>USB Camera</a:t>
            </a:r>
            <a:endParaRPr lang="en-US" altLang="en-US" sz="2880">
              <a:sym typeface="+mn-ea"/>
            </a:endParaRPr>
          </a:p>
          <a:p>
            <a:pPr lvl="1"/>
            <a:r>
              <a:rPr lang="en-US" altLang="en-US" sz="2400">
                <a:sym typeface="+mn-ea"/>
              </a:rPr>
              <a:t>IMX179</a:t>
            </a:r>
            <a:endParaRPr lang="en-US" altLang="en-US" sz="2400"/>
          </a:p>
          <a:p>
            <a:pPr lvl="2"/>
            <a:r>
              <a:rPr lang="en-US" altLang="en-US" sz="2400">
                <a:sym typeface="+mn-ea"/>
              </a:rPr>
              <a:t>FOV: 145, max: 3264x2448, 30fps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OV2710</a:t>
            </a:r>
            <a:endParaRPr lang="en-US" altLang="en-US" sz="2400"/>
          </a:p>
          <a:p>
            <a:pPr lvl="2"/>
            <a:r>
              <a:rPr lang="en-US" altLang="en-US" sz="2400">
                <a:sym typeface="+mn-ea"/>
              </a:rPr>
              <a:t>FOV: 145, max: 1920x1080, 29fps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OV5648</a:t>
            </a:r>
            <a:endParaRPr lang="en-US" altLang="en-US" sz="2400"/>
          </a:p>
          <a:p>
            <a:pPr lvl="2"/>
            <a:r>
              <a:rPr lang="en-US" altLang="en-US" sz="2400">
                <a:sym typeface="+mn-ea"/>
              </a:rPr>
              <a:t>max: 2592x1944, 30fps, FOV: 70, auto focus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/dev/video0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fswebcam &lt;filename&gt;</a:t>
            </a:r>
            <a:endParaRPr lang="en-US" altLang="en-US" sz="2400"/>
          </a:p>
          <a:p>
            <a:pPr lvl="2"/>
            <a:r>
              <a:rPr lang="en-US" altLang="en-US" sz="2400">
                <a:sym typeface="+mn-ea"/>
              </a:rPr>
              <a:t>sudo apt install fswebcam</a:t>
            </a:r>
            <a:endParaRPr lang="en-US" altLang="en-US" sz="2400">
              <a:sym typeface="+mn-ea"/>
            </a:endParaRPr>
          </a:p>
          <a:p>
            <a:pPr lvl="2"/>
            <a:r>
              <a:rPr lang="en-US" altLang="en-US" sz="2400">
                <a:sym typeface="+mn-ea"/>
              </a:rPr>
              <a:t>look for device /dev/video0</a:t>
            </a:r>
            <a:endParaRPr lang="en-US" altLang="en-US" sz="2400">
              <a:sym typeface="+mn-ea"/>
            </a:endParaRPr>
          </a:p>
          <a:p>
            <a:pPr lvl="2"/>
            <a:r>
              <a:rPr lang="en-US" altLang="en-US" sz="2400">
                <a:sym typeface="+mn-ea"/>
              </a:rPr>
              <a:t>-r &lt;resolution&gt;</a:t>
            </a:r>
            <a:endParaRPr lang="en-US" altLang="en-US" sz="2400"/>
          </a:p>
          <a:p>
            <a:pPr lvl="2"/>
            <a:r>
              <a:rPr lang="en-US" altLang="en-US" sz="2400">
                <a:sym typeface="+mn-ea"/>
              </a:rPr>
              <a:t>--fps &lt;framerate&gt;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v4l2-ctl -V</a:t>
            </a:r>
            <a:endParaRPr lang="en-US" altLang="en-US" sz="2400">
              <a:sym typeface="+mn-ea"/>
            </a:endParaRPr>
          </a:p>
          <a:p>
            <a:pPr lvl="0"/>
            <a:r>
              <a:rPr lang="en-US" altLang="en-US"/>
              <a:t>Disable auto mount as USB storage</a:t>
            </a:r>
            <a:endParaRPr lang="en-US" altLang="en-US"/>
          </a:p>
          <a:p>
            <a:pPr lvl="1"/>
            <a:r>
              <a:rPr lang="en-US" altLang="en-US"/>
              <a:t>.config/pcmanfm/LXDE-pi/pcmanfm.conf</a:t>
            </a:r>
            <a:endParaRPr lang="en-US" altLang="en-US"/>
          </a:p>
          <a:p>
            <a:pPr lvl="2"/>
            <a:r>
              <a:rPr lang="en-US" altLang="en-US"/>
              <a:t>mount_on_startup=0, mount_removable=0, autorun=0</a:t>
            </a:r>
            <a:endParaRPr lang="en-US" altLang="en-US"/>
          </a:p>
          <a:p>
            <a:pPr lvl="1"/>
            <a:r>
              <a:rPr lang="en-US" altLang="en-US"/>
              <a:t>reboot after change</a:t>
            </a:r>
            <a:endParaRPr lang="en-US" altLang="en-US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6480175" y="1211580"/>
            <a:ext cx="4653915" cy="454914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sudo cat /sys/kernel/debug/usb/devices</a:t>
            </a:r>
            <a:endParaRPr lang="en-US" altLang="en-US"/>
          </a:p>
          <a:p>
            <a:r>
              <a:rPr lang="en-US" altLang="en-US"/>
              <a:t>v4l2-ctl</a:t>
            </a:r>
            <a:endParaRPr lang="en-US" altLang="en-US"/>
          </a:p>
          <a:p>
            <a:pPr lvl="1"/>
            <a:r>
              <a:rPr lang="en-US" altLang="en-US" sz="2220">
                <a:sym typeface="+mn-ea"/>
              </a:rPr>
              <a:t>v4l2-ctl --list-devices</a:t>
            </a:r>
            <a:endParaRPr lang="en-US" altLang="en-US" sz="2220">
              <a:sym typeface="+mn-ea"/>
            </a:endParaRPr>
          </a:p>
          <a:p>
            <a:pPr lvl="2"/>
            <a:r>
              <a:rPr lang="en-US" altLang="en-US" sz="1995">
                <a:sym typeface="+mn-ea"/>
              </a:rPr>
              <a:t>List devices</a:t>
            </a:r>
            <a:endParaRPr lang="en-US" altLang="en-US" sz="1995"/>
          </a:p>
          <a:p>
            <a:pPr lvl="1"/>
            <a:r>
              <a:rPr lang="en-US" altLang="en-US" sz="2220">
                <a:sym typeface="+mn-ea"/>
              </a:rPr>
              <a:t>v4l2-ctl --list-formats-ext</a:t>
            </a:r>
            <a:endParaRPr lang="en-US" altLang="en-US" sz="2220"/>
          </a:p>
          <a:p>
            <a:pPr lvl="1"/>
            <a:r>
              <a:rPr lang="en-US" altLang="en-US" sz="2220">
                <a:sym typeface="+mn-ea"/>
              </a:rPr>
              <a:t>v4l2-ctl -d /dev/video0 --list-formats</a:t>
            </a:r>
            <a:endParaRPr lang="en-US" altLang="en-US" sz="2220">
              <a:sym typeface="+mn-ea"/>
            </a:endParaRPr>
          </a:p>
          <a:p>
            <a:pPr lvl="2"/>
            <a:r>
              <a:rPr lang="en-US" altLang="en-US" sz="1995">
                <a:sym typeface="+mn-ea"/>
              </a:rPr>
              <a:t>list formats of video0</a:t>
            </a:r>
            <a:endParaRPr lang="en-US" altLang="en-US" sz="1995">
              <a:sym typeface="+mn-ea"/>
            </a:endParaRPr>
          </a:p>
          <a:p>
            <a:pPr lvl="1"/>
            <a:r>
              <a:rPr lang="en-US" altLang="en-US"/>
              <a:t>v4l2-ctl -d /dev/video0 -l</a:t>
            </a:r>
            <a:endParaRPr lang="en-US" altLang="en-US"/>
          </a:p>
          <a:p>
            <a:pPr lvl="2"/>
            <a:r>
              <a:rPr lang="en-US" altLang="en-US"/>
              <a:t>List controls</a:t>
            </a:r>
            <a:endParaRPr lang="en-US" altLang="en-US"/>
          </a:p>
          <a:p>
            <a:pPr lvl="1"/>
            <a:r>
              <a:rPr lang="en-US" altLang="en-US"/>
              <a:t>v4l2-ctl -d /dev/video0 -D</a:t>
            </a:r>
            <a:endParaRPr lang="en-US" altLang="en-US"/>
          </a:p>
          <a:p>
            <a:pPr lvl="2"/>
            <a:r>
              <a:rPr lang="en-US" altLang="en-US"/>
              <a:t>Show driver info</a:t>
            </a:r>
            <a:endParaRPr lang="en-US" altLang="en-US"/>
          </a:p>
          <a:p>
            <a:pPr lvl="1"/>
            <a:r>
              <a:rPr lang="en-US" altLang="en-US"/>
              <a:t>v4l2-ctl -d /dev/video0 --all</a:t>
            </a:r>
            <a:endParaRPr lang="en-US" altLang="en-US"/>
          </a:p>
          <a:p>
            <a:pPr lvl="2"/>
            <a:r>
              <a:rPr lang="en-US" altLang="en-US"/>
              <a:t>Show all info</a:t>
            </a:r>
            <a:endParaRPr lang="en-US" altLang="en-US"/>
          </a:p>
          <a:p>
            <a:pPr lvl="0"/>
            <a:r>
              <a:rPr lang="en-US" altLang="en-US"/>
              <a:t>ffmpeg</a:t>
            </a:r>
            <a:endParaRPr lang="en-US" altLang="en-US"/>
          </a:p>
          <a:p>
            <a:pPr lvl="1"/>
            <a:r>
              <a:rPr lang="en-US" altLang="en-US"/>
              <a:t>ffmpeg -f v4l2 -video_size 1280x720 -i /dev/video0 -frames 1 out.jpg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Bluetooth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7800" cy="5218430"/>
          </a:xfrm>
        </p:spPr>
        <p:txBody>
          <a:bodyPr>
            <a:normAutofit fontScale="6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https://www.cnblogs.com/vamei/p/6753531.html</a:t>
            </a:r>
            <a:endParaRPr lang="en-US" altLang="zh-CN"/>
          </a:p>
          <a:p>
            <a:pPr lvl="1"/>
            <a:r>
              <a:rPr lang="en-US" altLang="zh-CN"/>
              <a:t>https://www.oryoy.com/news/qing-song-shang-shou-shu-mei-pai-lan-ya-lian-jie-quan-gong-lve-python-ku-an-zhuang-xiang-jie.html</a:t>
            </a:r>
            <a:endParaRPr lang="en-US" altLang="zh-CN"/>
          </a:p>
          <a:p>
            <a:r>
              <a:rPr lang="en-US" altLang="zh-CN"/>
              <a:t>Service</a:t>
            </a:r>
            <a:endParaRPr lang="en-US" altLang="zh-CN"/>
          </a:p>
          <a:p>
            <a:pPr lvl="1"/>
            <a:r>
              <a:rPr lang="en-US" altLang="zh-CN"/>
              <a:t>bluetoothd -v</a:t>
            </a:r>
            <a:endParaRPr lang="en-US" altLang="zh-CN"/>
          </a:p>
          <a:p>
            <a:pPr lvl="1"/>
            <a:r>
              <a:rPr lang="en-US" altLang="zh-CN"/>
              <a:t>systemctl status bluetooth</a:t>
            </a:r>
            <a:endParaRPr lang="en-US" altLang="zh-CN"/>
          </a:p>
          <a:p>
            <a:pPr lvl="1"/>
            <a:r>
              <a:rPr lang="en-US" altLang="zh-CN"/>
              <a:t>sudo systemctl start/stop bluetooth</a:t>
            </a:r>
            <a:endParaRPr lang="en-US" altLang="zh-CN"/>
          </a:p>
          <a:p>
            <a:pPr lvl="1"/>
            <a:r>
              <a:rPr lang="en-US" altLang="zh-CN"/>
              <a:t>sudo systemctl enable bluetooth # configure to start on system boot</a:t>
            </a:r>
            <a:endParaRPr lang="en-US" altLang="zh-CN"/>
          </a:p>
          <a:p>
            <a:pPr lvl="0"/>
            <a:r>
              <a:rPr lang="en-US" altLang="zh-CN"/>
              <a:t>Command</a:t>
            </a:r>
            <a:endParaRPr lang="en-US" altLang="zh-CN"/>
          </a:p>
          <a:p>
            <a:pPr lvl="1"/>
            <a:r>
              <a:rPr lang="en-US" altLang="zh-CN" sz="2000"/>
              <a:t>rfkill list // </a:t>
            </a:r>
            <a:r>
              <a:rPr lang="zh-CN" altLang="en-US" sz="2000"/>
              <a:t>查看系统中所有无线设备的状态，包括它们是否被软件或硬件屏蔽（</a:t>
            </a:r>
            <a:r>
              <a:rPr lang="en-US" altLang="zh-CN" sz="2000"/>
              <a:t>blocked/unblocked</a:t>
            </a:r>
            <a:r>
              <a:rPr lang="zh-CN" altLang="en-US" sz="2000"/>
              <a:t>）</a:t>
            </a:r>
            <a:endParaRPr lang="zh-CN" altLang="en-US" sz="2000"/>
          </a:p>
          <a:p>
            <a:pPr lvl="1"/>
            <a:r>
              <a:rPr lang="en-US" altLang="zh-CN"/>
              <a:t>sudo rfkill unblock bluetooth</a:t>
            </a:r>
            <a:endParaRPr lang="en-US" altLang="zh-CN"/>
          </a:p>
          <a:p>
            <a:pPr lvl="1"/>
            <a:r>
              <a:rPr lang="en-US" altLang="zh-CN" sz="2000" b="1">
                <a:sym typeface="+mn-ea"/>
              </a:rPr>
              <a:t>bluetoothctl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list, show, scan on, discoverable on</a:t>
            </a:r>
            <a:endParaRPr lang="en-US" altLang="zh-CN"/>
          </a:p>
          <a:p>
            <a:pPr lvl="0"/>
            <a:r>
              <a:rPr lang="en-US" altLang="zh-CN"/>
              <a:t>Service using Node.js</a:t>
            </a:r>
            <a:endParaRPr lang="en-US" altLang="zh-CN"/>
          </a:p>
          <a:p>
            <a:pPr lvl="1"/>
            <a:r>
              <a:rPr lang="en-US" altLang="zh-CN"/>
              <a:t>curl -sL https://deb.nodesource.com/setup_16.x | sudo bash -</a:t>
            </a:r>
            <a:endParaRPr lang="en-US" altLang="zh-CN"/>
          </a:p>
          <a:p>
            <a:pPr lvl="1"/>
            <a:r>
              <a:rPr lang="en-US" altLang="zh-CN"/>
              <a:t>sudo apt-get install nodejs</a:t>
            </a:r>
            <a:endParaRPr lang="en-US" altLang="zh-CN"/>
          </a:p>
          <a:p>
            <a:pPr lvl="1"/>
            <a:r>
              <a:rPr lang="en-US" altLang="zh-CN"/>
              <a:t>npm install bleno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61125" y="1211580"/>
            <a:ext cx="5257800" cy="4549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/>
              <a:t>Dev</a:t>
            </a:r>
            <a:endParaRPr lang="en-US" altLang="zh-CN" sz="1600"/>
          </a:p>
          <a:p>
            <a:pPr lvl="1"/>
            <a:r>
              <a:rPr lang="en-US" altLang="zh-CN" sz="1400"/>
              <a:t>sudo apt-get install pi-bluetooth bluez bluez-firmware blueman</a:t>
            </a:r>
            <a:endParaRPr lang="en-US" altLang="zh-CN" sz="1400"/>
          </a:p>
          <a:p>
            <a:pPr lvl="1"/>
            <a:r>
              <a:rPr lang="en-US" altLang="zh-CN" sz="1400"/>
              <a:t>/etc/bluetooth/main.conf</a:t>
            </a:r>
            <a:endParaRPr lang="en-US" altLang="zh-CN" sz="1400"/>
          </a:p>
          <a:p>
            <a:pPr lvl="1"/>
            <a:r>
              <a:rPr lang="en-US" altLang="zh-CN" sz="1400"/>
              <a:t>/var/lib/bluetooth/</a:t>
            </a:r>
            <a:endParaRPr lang="en-US" altLang="zh-CN" sz="1400"/>
          </a:p>
          <a:p>
            <a:pPr lvl="2"/>
            <a:r>
              <a:rPr lang="en-US" altLang="zh-CN" sz="1260"/>
              <a:t>links</a:t>
            </a:r>
            <a:endParaRPr lang="en-US" altLang="zh-CN" sz="1260"/>
          </a:p>
          <a:p>
            <a:pPr lvl="1"/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Bluetooth Paring Issue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23155" cy="4549140"/>
          </a:xfrm>
        </p:spPr>
        <p:txBody>
          <a:bodyPr/>
          <a:p>
            <a:pPr lvl="0"/>
            <a:r>
              <a:rPr lang="en-US" altLang="zh-CN" sz="1400">
                <a:sym typeface="+mn-ea"/>
              </a:rPr>
              <a:t>Solution 1</a:t>
            </a:r>
            <a:endParaRPr lang="en-US" altLang="zh-CN" sz="1400"/>
          </a:p>
          <a:p>
            <a:pPr lvl="1"/>
            <a:r>
              <a:rPr lang="en-US" altLang="zh-CN" sz="1200">
                <a:sym typeface="+mn-ea"/>
              </a:rPr>
              <a:t>https://developer.apple.com/forums/thread/678925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1. Run "sudo vi /usr/lib/systemd/system/bluetooth.service".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2. Add "-P battery" to the end of the ExecStart line. Save the file.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3. Run "sudo systemctl daemon-reload" and "sudo systemctl restart bluetooth"</a:t>
            </a:r>
            <a:endParaRPr lang="en-US" altLang="zh-CN" sz="1200">
              <a:sym typeface="+mn-ea"/>
            </a:endParaRPr>
          </a:p>
          <a:p>
            <a:pPr lvl="0"/>
            <a:r>
              <a:rPr lang="en-US" altLang="zh-CN" sz="1400">
                <a:sym typeface="+mn-ea"/>
              </a:rPr>
              <a:t>Solution 2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200"/>
              <a:t>Create setup_bt_agent.sh in /home/pi folder</a:t>
            </a:r>
            <a:endParaRPr lang="en-US" altLang="zh-CN" sz="1200"/>
          </a:p>
          <a:p>
            <a:pPr lvl="1"/>
            <a:r>
              <a:rPr lang="en-US" altLang="zh-CN" sz="1200"/>
              <a:t>Create bt_agent.service</a:t>
            </a:r>
            <a:endParaRPr lang="en-US" altLang="zh-CN" sz="1200"/>
          </a:p>
          <a:p>
            <a:pPr lvl="1"/>
            <a:r>
              <a:rPr lang="en-US" altLang="zh-CN" sz="1200"/>
              <a:t>Run “sudo cp bt_agent.service /etc/systemd/system/”</a:t>
            </a:r>
            <a:endParaRPr lang="en-US" altLang="zh-CN" sz="1200"/>
          </a:p>
          <a:p>
            <a:pPr lvl="1"/>
            <a:r>
              <a:rPr lang="en-US" altLang="zh-CN" sz="1200"/>
              <a:t>Run “sudo systemctl enable bt_agent.service”</a:t>
            </a:r>
            <a:endParaRPr lang="en-US" altLang="zh-CN" sz="1200"/>
          </a:p>
          <a:p>
            <a:pPr lvl="1"/>
            <a:r>
              <a:rPr lang="en-US" altLang="zh-CN" sz="1200"/>
              <a:t>Run “sudo systemctl start bt_agent.service”</a:t>
            </a:r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8778875" y="1068705"/>
            <a:ext cx="2646680" cy="1383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#!/bin/bash</a:t>
            </a:r>
            <a:endParaRPr lang="en-US" altLang="zh-CN" sz="1400"/>
          </a:p>
          <a:p>
            <a:r>
              <a:rPr lang="en-US" altLang="zh-CN" sz="1400"/>
              <a:t>bluetoothctl &lt;&lt;EOF</a:t>
            </a:r>
            <a:endParaRPr lang="en-US" altLang="zh-CN" sz="1400"/>
          </a:p>
          <a:p>
            <a:r>
              <a:rPr lang="en-US" altLang="zh-CN" sz="1400"/>
              <a:t>agent off</a:t>
            </a:r>
            <a:endParaRPr lang="en-US" altLang="zh-CN" sz="1400"/>
          </a:p>
          <a:p>
            <a:r>
              <a:rPr lang="en-US" altLang="zh-CN" sz="1400"/>
              <a:t>agent NoInputNoOutput</a:t>
            </a:r>
            <a:endParaRPr lang="en-US" altLang="zh-CN" sz="1400"/>
          </a:p>
          <a:p>
            <a:r>
              <a:rPr lang="en-US" altLang="zh-CN" sz="1400"/>
              <a:t>default-agent</a:t>
            </a:r>
            <a:endParaRPr lang="en-US" altLang="zh-CN" sz="1400"/>
          </a:p>
          <a:p>
            <a:r>
              <a:rPr lang="en-US" altLang="zh-CN" sz="1400"/>
              <a:t>EOF</a:t>
            </a:r>
            <a:endParaRPr lang="en-US" altLang="zh-CN" sz="1400"/>
          </a:p>
        </p:txBody>
      </p:sp>
      <p:sp>
        <p:nvSpPr>
          <p:cNvPr id="5" name="文本框 4"/>
          <p:cNvSpPr txBox="1"/>
          <p:nvPr/>
        </p:nvSpPr>
        <p:spPr>
          <a:xfrm>
            <a:off x="9215120" y="2452370"/>
            <a:ext cx="1773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setup_bt_agent.sh</a:t>
            </a:r>
            <a:endParaRPr lang="en-US" altLang="zh-CN" sz="1400"/>
          </a:p>
        </p:txBody>
      </p:sp>
      <p:sp>
        <p:nvSpPr>
          <p:cNvPr id="6" name="文本框 5"/>
          <p:cNvSpPr txBox="1"/>
          <p:nvPr/>
        </p:nvSpPr>
        <p:spPr>
          <a:xfrm>
            <a:off x="8778875" y="3045460"/>
            <a:ext cx="2646680" cy="28917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[Unit]</a:t>
            </a:r>
            <a:endParaRPr lang="en-US" altLang="zh-CN" sz="1400"/>
          </a:p>
          <a:p>
            <a:r>
              <a:rPr lang="en-US" altLang="zh-CN" sz="1400"/>
              <a:t>Description=Bluetooth Agent Setup</a:t>
            </a:r>
            <a:endParaRPr lang="en-US" altLang="zh-CN" sz="1400"/>
          </a:p>
          <a:p>
            <a:r>
              <a:rPr lang="en-US" altLang="zh-CN" sz="1400"/>
              <a:t>After=bluetooth.service</a:t>
            </a:r>
            <a:endParaRPr lang="en-US" altLang="zh-CN" sz="1400"/>
          </a:p>
          <a:p>
            <a:r>
              <a:rPr lang="en-US" altLang="zh-CN" sz="1400"/>
              <a:t>Requires=bluetooth.service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[Service]</a:t>
            </a:r>
            <a:endParaRPr lang="en-US" altLang="zh-CN" sz="1400"/>
          </a:p>
          <a:p>
            <a:r>
              <a:rPr lang="en-US" altLang="zh-CN" sz="1400"/>
              <a:t>ExecStart=/home/pi/setup_bt_agent.sh</a:t>
            </a:r>
            <a:endParaRPr lang="en-US" altLang="zh-CN" sz="1400"/>
          </a:p>
          <a:p>
            <a:r>
              <a:rPr lang="en-US" altLang="zh-CN" sz="1400"/>
              <a:t>Restart=no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[Install]</a:t>
            </a:r>
            <a:endParaRPr lang="en-US" altLang="zh-CN" sz="1400"/>
          </a:p>
          <a:p>
            <a:r>
              <a:rPr lang="en-US" altLang="zh-CN" sz="1400"/>
              <a:t>WantedBy=default.target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9215120" y="5937250"/>
            <a:ext cx="1773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bt_agent.service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Rasbian - Config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061710" cy="4980305"/>
          </a:xfrm>
        </p:spPr>
        <p:txBody>
          <a:bodyPr>
            <a:normAutofit fontScale="70000"/>
          </a:bodyPr>
          <a:p>
            <a:r>
              <a:rPr lang="en-US" altLang="zh-CN"/>
              <a:t>Apt source</a:t>
            </a:r>
            <a:endParaRPr lang="zh-CN" altLang="en-US"/>
          </a:p>
          <a:p>
            <a:pPr lvl="1"/>
            <a:r>
              <a:rPr lang="en-US" altLang="zh-CN"/>
              <a:t>sudo nono /etc/apt/sources.list</a:t>
            </a:r>
            <a:endParaRPr lang="en-US" altLang="zh-CN"/>
          </a:p>
          <a:p>
            <a:pPr lvl="1"/>
            <a:r>
              <a:rPr lang="en-US" altLang="zh-CN"/>
              <a:t>sudo nono /etc/apt/sources.</a:t>
            </a:r>
            <a:r>
              <a:rPr lang="en-US" altLang="en-US"/>
              <a:t>list.</a:t>
            </a:r>
            <a:r>
              <a:rPr lang="en-US" altLang="zh-CN"/>
              <a:t>d/raspi.list</a:t>
            </a:r>
            <a:endParaRPr lang="zh-CN" altLang="en-US"/>
          </a:p>
          <a:p>
            <a:pPr lvl="0"/>
            <a:r>
              <a:rPr lang="en-US" altLang="en-US" sz="2400">
                <a:sym typeface="+mn-ea"/>
              </a:rPr>
              <a:t>Update S/W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sudo apt update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sudo apt upgrade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sudo rpi-update</a:t>
            </a:r>
            <a:endParaRPr lang="en-US" altLang="en-US" sz="2400">
              <a:sym typeface="+mn-ea"/>
            </a:endParaRPr>
          </a:p>
          <a:p>
            <a:pPr lvl="1"/>
            <a:r>
              <a:rPr lang="en-US" altLang="en-US" sz="2400">
                <a:sym typeface="+mn-ea"/>
              </a:rPr>
              <a:t>sudo apt install vim</a:t>
            </a:r>
            <a:endParaRPr lang="en-US" altLang="en-US" sz="2400"/>
          </a:p>
          <a:p>
            <a:pPr lvl="0"/>
            <a:r>
              <a:rPr lang="en-US" altLang="zh-CN"/>
              <a:t>Auto login</a:t>
            </a:r>
            <a:endParaRPr lang="en-US" altLang="zh-CN"/>
          </a:p>
          <a:p>
            <a:pPr lvl="1"/>
            <a:r>
              <a:rPr lang="en-US" altLang="zh-CN"/>
              <a:t>sudo raspi-config</a:t>
            </a:r>
            <a:endParaRPr lang="en-US" altLang="zh-CN"/>
          </a:p>
          <a:p>
            <a:pPr lvl="1"/>
            <a:r>
              <a:rPr lang="en-US" altLang="zh-CN"/>
              <a:t>“3 Boot Options” -&gt; “B1 Desktop/CLI” -&gt; “B2 Console Autologin”</a:t>
            </a:r>
            <a:endParaRPr lang="en-US" altLang="zh-CN"/>
          </a:p>
          <a:p>
            <a:pPr lvl="1"/>
            <a:r>
              <a:rPr lang="en-US" altLang="en-US"/>
              <a:t>“Localization Options” -&gt; “Change TimeZone” -&gt; “ShangHai”</a:t>
            </a:r>
            <a:endParaRPr lang="en-US" altLang="zh-CN"/>
          </a:p>
          <a:p>
            <a:pPr lvl="0"/>
            <a:r>
              <a:rPr lang="en-US" altLang="en-US" sz="2400"/>
              <a:t>Lauch python scripts when startup</a:t>
            </a:r>
            <a:endParaRPr lang="en-US" altLang="en-US" sz="2400"/>
          </a:p>
          <a:p>
            <a:pPr lvl="1"/>
            <a:r>
              <a:rPr lang="en-US" altLang="en-US" sz="2000"/>
              <a:t>sudo crontab -e</a:t>
            </a:r>
            <a:endParaRPr lang="en-US" altLang="en-US" sz="2000"/>
          </a:p>
          <a:p>
            <a:pPr lvl="1"/>
            <a:r>
              <a:rPr lang="en-US" altLang="en-US" sz="2000"/>
              <a:t>Add “@reboot sh /home/pi/bbt/launcher.sh &gt;/home/pi/logs/cronlog 2&gt;&amp;1”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50405" y="914400"/>
            <a:ext cx="4226560" cy="64516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pPr lvl="0" algn="l"/>
            <a:r>
              <a:rPr lang="en-US" altLang="en-US" sz="1200" b="1" i="1" u="sng">
                <a:sym typeface="+mn-ea"/>
              </a:rPr>
              <a:t>sources.list</a:t>
            </a:r>
            <a:endParaRPr lang="en-US" altLang="zh-CN" sz="1200" b="1" i="1" u="sng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 http://mirrors.aliyun.com/raspbian/raspbian/ </a:t>
            </a:r>
            <a:r>
              <a:rPr lang="en-US" altLang="en-US" sz="1200">
                <a:sym typeface="+mn-ea"/>
              </a:rPr>
              <a:t>stretch </a:t>
            </a:r>
            <a:r>
              <a:rPr lang="en-US" altLang="zh-CN" sz="1200">
                <a:sym typeface="+mn-ea"/>
              </a:rPr>
              <a:t>main contrib non-free rpi</a:t>
            </a:r>
            <a:endParaRPr lang="en-US" altLang="zh-CN" sz="1200">
              <a:sym typeface="+mn-ea"/>
            </a:endParaRPr>
          </a:p>
        </p:txBody>
      </p:sp>
      <p:sp>
        <p:nvSpPr>
          <p:cNvPr id="5" name="文本框 3"/>
          <p:cNvSpPr txBox="1"/>
          <p:nvPr/>
        </p:nvSpPr>
        <p:spPr>
          <a:xfrm>
            <a:off x="7050405" y="1624330"/>
            <a:ext cx="4226560" cy="46037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pPr lvl="0" algn="l"/>
            <a:r>
              <a:rPr lang="en-US" altLang="en-US" sz="1200" b="1" i="1" u="sng">
                <a:sym typeface="+mn-ea"/>
              </a:rPr>
              <a:t>raspi.list</a:t>
            </a:r>
            <a:endParaRPr lang="en-US" altLang="zh-CN" sz="1200" b="1" i="1" u="sng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</a:t>
            </a:r>
            <a:r>
              <a:rPr lang="en-US" sz="1200">
                <a:sym typeface="+mn-ea"/>
              </a:rPr>
              <a:t> http://mirrors.aliyun.com/debian/ </a:t>
            </a:r>
            <a:r>
              <a:rPr lang="en-US" altLang="en-US" sz="1200">
                <a:sym typeface="+mn-ea"/>
              </a:rPr>
              <a:t>stretch</a:t>
            </a:r>
            <a:r>
              <a:rPr lang="en-US" sz="1200">
                <a:sym typeface="+mn-ea"/>
              </a:rPr>
              <a:t> main ui</a:t>
            </a:r>
            <a:endParaRPr lang="en-US" sz="1200">
              <a:sym typeface="+mn-ea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7050405" y="2149475"/>
            <a:ext cx="4226560" cy="376174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p>
            <a:pPr lvl="0" algn="l"/>
            <a:r>
              <a:rPr lang="en-US" altLang="en-US" sz="1200" b="1" i="1" u="sng">
                <a:sym typeface="+mn-ea"/>
              </a:rPr>
              <a:t>sources.list</a:t>
            </a:r>
            <a:endParaRPr lang="en-US" altLang="zh-CN" sz="1200" b="1" i="1" u="sng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 http://mirrors.aliyun.com/debian/ bookworm main contrib non-free non-free-firmware</a:t>
            </a:r>
            <a:endParaRPr lang="en-US" altLang="zh-CN" sz="1200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deb-src http://mirrors.aliyun.com/debian/ bookworm main contrib non-free non-free-firmware</a:t>
            </a:r>
            <a:endParaRPr lang="en-US" altLang="zh-CN" sz="1200">
              <a:sym typeface="+mn-ea"/>
            </a:endParaRPr>
          </a:p>
          <a:p>
            <a:pPr lvl="0" algn="l"/>
            <a:endParaRPr lang="en-US" altLang="zh-CN" sz="1200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 http://mirrors.aliyun.com/debian/ bookworm-updates main contrib non-free non-free-firmware</a:t>
            </a:r>
            <a:endParaRPr lang="en-US" altLang="zh-CN" sz="1200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deb-src http://mirrors.aliyun.com/debian/ bookworm-updates main contrib non-free non-free-firmware</a:t>
            </a:r>
            <a:endParaRPr lang="en-US" altLang="zh-CN" sz="1200">
              <a:sym typeface="+mn-ea"/>
            </a:endParaRPr>
          </a:p>
          <a:p>
            <a:pPr lvl="0" algn="l"/>
            <a:endParaRPr lang="en-US" altLang="zh-CN" sz="1200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 http://mirrors.aliyun.com/debian/ bookworm-backports main contrib non-free non-free-firmware</a:t>
            </a:r>
            <a:endParaRPr lang="en-US" altLang="zh-CN" sz="1200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deb-src http://mirrors.aliyun.com/debian/ bookworm-backports main contrib non-free non-free-firmware</a:t>
            </a:r>
            <a:endParaRPr lang="en-US" altLang="zh-CN" sz="1200">
              <a:sym typeface="+mn-ea"/>
            </a:endParaRPr>
          </a:p>
          <a:p>
            <a:pPr lvl="0" algn="l"/>
            <a:endParaRPr lang="en-US" altLang="zh-CN" sz="1200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 http://mirrors.aliyun.com/debian-security bookworm-security main contrib non-free non-free-firmware</a:t>
            </a:r>
            <a:endParaRPr lang="en-US" altLang="zh-CN" sz="1200">
              <a:sym typeface="+mn-ea"/>
            </a:endParaRPr>
          </a:p>
          <a:p>
            <a:pPr lvl="0" algn="l"/>
            <a:r>
              <a:rPr lang="en-US" altLang="zh-CN" sz="1200">
                <a:sym typeface="+mn-ea"/>
              </a:rPr>
              <a:t>deb-src http://mirrors.aliyun.com/debian-security bookworm-security main contrib non-free non-free-firmware</a:t>
            </a:r>
            <a:endParaRPr lang="en-US" altLang="zh-CN" sz="12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Auto Start Program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Add script file to /etc/init.d/</a:t>
            </a:r>
            <a:endParaRPr lang="en-US" altLang="en-US"/>
          </a:p>
          <a:p>
            <a:pPr lvl="1"/>
            <a:r>
              <a:rPr lang="en-US" altLang="en-US"/>
              <a:t>chmod 755</a:t>
            </a:r>
            <a:endParaRPr lang="en-US" altLang="en-US"/>
          </a:p>
          <a:p>
            <a:pPr lvl="1"/>
            <a:r>
              <a:rPr lang="en-US" altLang="en-US"/>
              <a:t>test</a:t>
            </a:r>
            <a:endParaRPr lang="en-US" altLang="en-US"/>
          </a:p>
          <a:p>
            <a:pPr lvl="2"/>
            <a:r>
              <a:rPr lang="en-US" altLang="en-US"/>
              <a:t>sudo /etc/init.d/yushi.sh start/stop</a:t>
            </a:r>
            <a:endParaRPr lang="en-US" altLang="en-US"/>
          </a:p>
          <a:p>
            <a:pPr lvl="1"/>
            <a:r>
              <a:rPr lang="en-US" altLang="en-US"/>
              <a:t>enable when startup</a:t>
            </a:r>
            <a:endParaRPr lang="en-US" altLang="en-US"/>
          </a:p>
          <a:p>
            <a:pPr lvl="2"/>
            <a:r>
              <a:rPr lang="en-US" altLang="en-US"/>
              <a:t>sudo update-rc.d yushi.sh defaults</a:t>
            </a:r>
            <a:endParaRPr lang="en-US" altLang="en-US"/>
          </a:p>
          <a:p>
            <a:pPr lvl="1"/>
            <a:r>
              <a:rPr lang="en-US" altLang="en-US" sz="2000"/>
              <a:t>disable from startup</a:t>
            </a:r>
            <a:endParaRPr lang="en-US" altLang="en-US" sz="2000"/>
          </a:p>
          <a:p>
            <a:pPr lvl="2"/>
            <a:r>
              <a:rPr lang="en-US" altLang="en-US"/>
              <a:t>sudo update-rc.d -f  yushi.sh remove</a:t>
            </a:r>
            <a:endParaRPr lang="en-US" altLang="en-US"/>
          </a:p>
          <a:p>
            <a:pPr lvl="1"/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386320" y="1229360"/>
            <a:ext cx="4608195" cy="43999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en-US" sz="1400"/>
              <a:t>#! /bin/sh</a:t>
            </a:r>
            <a:endParaRPr lang="en-US" sz="1400"/>
          </a:p>
          <a:p>
            <a:r>
              <a:rPr lang="en-US" sz="1400"/>
              <a:t> </a:t>
            </a:r>
            <a:endParaRPr lang="en-US" sz="1400"/>
          </a:p>
          <a:p>
            <a:r>
              <a:rPr lang="en-US" sz="1400"/>
              <a:t>case "$1" in</a:t>
            </a:r>
            <a:endParaRPr lang="en-US" sz="1400"/>
          </a:p>
          <a:p>
            <a:r>
              <a:rPr lang="en-US" sz="1400"/>
              <a:t>    start)</a:t>
            </a:r>
            <a:endParaRPr lang="en-US" sz="1400"/>
          </a:p>
          <a:p>
            <a:r>
              <a:rPr lang="en-US" sz="1400"/>
              <a:t>        echo "noip is starting"</a:t>
            </a:r>
            <a:endParaRPr lang="en-US" sz="1400"/>
          </a:p>
          <a:p>
            <a:r>
              <a:rPr lang="en-US" sz="1400"/>
              <a:t>        # Starting Programm</a:t>
            </a:r>
            <a:endParaRPr lang="en-US" sz="1400"/>
          </a:p>
          <a:p>
            <a:r>
              <a:rPr lang="en-US" sz="1400"/>
              <a:t>        /usr/local/bin/noip2</a:t>
            </a:r>
            <a:endParaRPr lang="en-US" sz="1400"/>
          </a:p>
          <a:p>
            <a:r>
              <a:rPr lang="en-US" sz="1400"/>
              <a:t>        ;;</a:t>
            </a:r>
            <a:endParaRPr lang="en-US" sz="1400"/>
          </a:p>
          <a:p>
            <a:r>
              <a:rPr lang="en-US" sz="1400"/>
              <a:t>    stop)</a:t>
            </a:r>
            <a:endParaRPr lang="en-US" sz="1400"/>
          </a:p>
          <a:p>
            <a:r>
              <a:rPr lang="en-US" sz="1400"/>
              <a:t>        echo "noip is ending"</a:t>
            </a:r>
            <a:endParaRPr lang="en-US" sz="1400"/>
          </a:p>
          <a:p>
            <a:r>
              <a:rPr lang="en-US" sz="1400"/>
              <a:t>        # Ending Programm</a:t>
            </a:r>
            <a:endParaRPr lang="en-US" sz="1400"/>
          </a:p>
          <a:p>
            <a:r>
              <a:rPr lang="en-US" sz="1400"/>
              <a:t>        killall noip2</a:t>
            </a:r>
            <a:endParaRPr lang="en-US" sz="1400"/>
          </a:p>
          <a:p>
            <a:r>
              <a:rPr lang="en-US" sz="1400"/>
              <a:t>        ;;</a:t>
            </a:r>
            <a:endParaRPr lang="en-US" sz="1400"/>
          </a:p>
          <a:p>
            <a:r>
              <a:rPr lang="en-US" sz="1400"/>
              <a:t>    *)</a:t>
            </a:r>
            <a:endParaRPr lang="en-US" sz="1400"/>
          </a:p>
          <a:p>
            <a:r>
              <a:rPr lang="en-US" sz="1400"/>
              <a:t>        echo "Use: /etc/init.d/noip {start|stop}"</a:t>
            </a:r>
            <a:endParaRPr lang="en-US" sz="1400"/>
          </a:p>
          <a:p>
            <a:r>
              <a:rPr lang="en-US" sz="1400"/>
              <a:t>        exit 1</a:t>
            </a:r>
            <a:endParaRPr lang="en-US" sz="1400"/>
          </a:p>
          <a:p>
            <a:r>
              <a:rPr lang="en-US" sz="1400"/>
              <a:t>        ;;</a:t>
            </a:r>
            <a:endParaRPr lang="en-US" sz="1400"/>
          </a:p>
          <a:p>
            <a:r>
              <a:rPr lang="en-US" sz="1400"/>
              <a:t>esac</a:t>
            </a:r>
            <a:endParaRPr lang="en-US" sz="1400"/>
          </a:p>
          <a:p>
            <a:r>
              <a:rPr lang="en-US" sz="1400"/>
              <a:t> </a:t>
            </a:r>
            <a:endParaRPr lang="en-US" sz="1400"/>
          </a:p>
          <a:p>
            <a:r>
              <a:rPr lang="en-US" sz="1400"/>
              <a:t>exit 0</a:t>
            </a:r>
            <a:endParaRPr lang="en-US" sz="14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Install Python Env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sym typeface="+mn-ea"/>
              </a:rPr>
              <a:t>Pip/Virtualenv/Virtualenvwrapper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sudo apt install python3-pip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sudo pip3 install virtualenv virtualenvwrapper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sudo apt install virtualenv virtualenvwrapper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sudo rm -rf ~/.cache/pip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Append lines to ~/.profile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source ~/.profile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mkvirtualenv py3 -p /usr/bin/python3</a:t>
            </a:r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2087880" y="4664075"/>
            <a:ext cx="5546725" cy="11684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pPr lvl="0" algn="l"/>
            <a:r>
              <a:rPr lang="en-US" altLang="en-US" sz="1400" b="1" i="1" u="sng">
                <a:sym typeface="+mn-ea"/>
              </a:rPr>
              <a:t>~/.profile</a:t>
            </a:r>
            <a:endParaRPr lang="en-US" altLang="zh-CN" sz="1400" b="1" i="1" u="sng">
              <a:sym typeface="+mn-ea"/>
            </a:endParaRPr>
          </a:p>
          <a:p>
            <a:pPr lvl="0" algn="l"/>
            <a:r>
              <a:rPr lang="en-US" sz="1400">
                <a:sym typeface="+mn-ea"/>
              </a:rPr>
              <a:t># virtualenv and virtualenvwrapper</a:t>
            </a:r>
            <a:endParaRPr lang="en-US" sz="1400">
              <a:sym typeface="+mn-ea"/>
            </a:endParaRPr>
          </a:p>
          <a:p>
            <a:pPr lvl="0" algn="l"/>
            <a:r>
              <a:rPr lang="en-US" sz="1400">
                <a:sym typeface="+mn-ea"/>
              </a:rPr>
              <a:t>export WORKON_HOME=$HOME/.virtualenvs</a:t>
            </a:r>
            <a:endParaRPr lang="en-US" sz="1400">
              <a:sym typeface="+mn-ea"/>
            </a:endParaRPr>
          </a:p>
          <a:p>
            <a:pPr lvl="0" algn="l"/>
            <a:r>
              <a:rPr lang="en-US" sz="1400">
                <a:sym typeface="+mn-ea"/>
              </a:rPr>
              <a:t>export VIRTUALENVWRAPPER_PYTHON=/usr/bin/python3</a:t>
            </a:r>
            <a:endParaRPr lang="en-US" sz="1400">
              <a:sym typeface="+mn-ea"/>
            </a:endParaRPr>
          </a:p>
          <a:p>
            <a:pPr lvl="0" algn="l"/>
            <a:r>
              <a:rPr lang="en-US" sz="1400">
                <a:sym typeface="+mn-ea"/>
              </a:rPr>
              <a:t>source /usr/</a:t>
            </a:r>
            <a:r>
              <a:rPr lang="en-US" altLang="en-US" sz="1400">
                <a:sym typeface="+mn-ea"/>
              </a:rPr>
              <a:t>share/virtualenvwrapper</a:t>
            </a:r>
            <a:r>
              <a:rPr lang="en-US" sz="1400">
                <a:sym typeface="+mn-ea"/>
              </a:rPr>
              <a:t>/virtualenvwrapper.sh</a:t>
            </a:r>
            <a:endParaRPr lang="en-US" sz="1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Install Miniconda3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Miniconda3</a:t>
            </a:r>
            <a:endParaRPr lang="en-US" altLang="en-US"/>
          </a:p>
          <a:p>
            <a:pPr lvl="1"/>
            <a:r>
              <a:rPr lang="en-US" altLang="en-US"/>
              <a:t>wget http://repo.continuum.io/miniconda/Miniconda3-latest-Linux-armv7l.sh</a:t>
            </a:r>
            <a:endParaRPr lang="en-US" altLang="en-US"/>
          </a:p>
          <a:p>
            <a:pPr lvl="1"/>
            <a:r>
              <a:rPr lang="en-US" altLang="en-US"/>
              <a:t>md5sum Miniconda3-latest-Linux-armv7l.sh</a:t>
            </a:r>
            <a:endParaRPr lang="en-US" altLang="en-US"/>
          </a:p>
          <a:p>
            <a:pPr lvl="1"/>
            <a:r>
              <a:rPr lang="en-US" altLang="en-US"/>
              <a:t>bash Miniconda3-latest-Linux-armv7l.sh</a:t>
            </a:r>
            <a:endParaRPr lang="en-US" altLang="en-US"/>
          </a:p>
          <a:p>
            <a:pPr lvl="1"/>
            <a:r>
              <a:rPr lang="en-US" altLang="en-US"/>
              <a:t>source ~/.bashrc</a:t>
            </a:r>
            <a:endParaRPr lang="en-US" altLang="en-US"/>
          </a:p>
          <a:p>
            <a:pPr lvl="1"/>
            <a:r>
              <a:rPr lang="en-US" altLang="en-US"/>
              <a:t>python --version (...Continuum...)</a:t>
            </a:r>
            <a:endParaRPr lang="en-US" altLang="en-US"/>
          </a:p>
          <a:p>
            <a:pPr lvl="0"/>
            <a:r>
              <a:rPr lang="en-US" altLang="en-US"/>
              <a:t>Virtualenv</a:t>
            </a:r>
            <a:endParaRPr lang="en-US" altLang="en-US"/>
          </a:p>
          <a:p>
            <a:pPr lvl="1"/>
            <a:r>
              <a:rPr lang="en-US" altLang="en-US"/>
              <a:t>conda create --name py2 python=2</a:t>
            </a:r>
            <a:endParaRPr lang="en-US" altLang="en-US" sz="2000"/>
          </a:p>
          <a:p>
            <a:pPr lvl="1"/>
            <a:r>
              <a:rPr lang="en-US" altLang="en-US"/>
              <a:t>source activate py2</a:t>
            </a:r>
            <a:endParaRPr lang="en-US" altLang="en-US"/>
          </a:p>
          <a:p>
            <a:pPr lvl="1"/>
            <a:r>
              <a:rPr lang="en-US" altLang="en-US"/>
              <a:t>source deactivate</a:t>
            </a:r>
            <a:endParaRPr lang="en-US" altLang="en-US"/>
          </a:p>
          <a:p>
            <a:pPr lvl="1"/>
            <a:r>
              <a:rPr lang="en-US" altLang="en-US">
                <a:sym typeface="+mn-ea"/>
              </a:rPr>
              <a:t>conda install anaconda-client</a:t>
            </a:r>
            <a:endParaRPr lang="en-US" altLang="en-US"/>
          </a:p>
          <a:p>
            <a:pPr lvl="0"/>
            <a:r>
              <a:rPr lang="en-US" altLang="en-US"/>
              <a:t>Opencv</a:t>
            </a:r>
            <a:endParaRPr lang="en-US" altLang="en-US"/>
          </a:p>
          <a:p>
            <a:pPr lvl="1"/>
            <a:r>
              <a:rPr lang="en-US" altLang="en-US"/>
              <a:t>conda install --channel https://conda.anaconda.org/poppy-project opencv3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Berryconda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en-US"/>
              <a:t>Berryconda</a:t>
            </a:r>
            <a:endParaRPr lang="en-US" altLang="en-US"/>
          </a:p>
          <a:p>
            <a:pPr lvl="1"/>
            <a:r>
              <a:rPr lang="en-US" altLang="en-US"/>
              <a:t>wget https://github.com/jjhelmus/berryconda/releases/download/v2.0.0/Berryconda3-2.0.0-Linux-armv7l.sh</a:t>
            </a:r>
            <a:endParaRPr lang="en-US" altLang="en-US"/>
          </a:p>
          <a:p>
            <a:pPr lvl="1"/>
            <a:r>
              <a:rPr lang="en-US" altLang="en-US"/>
              <a:t>bash Berryconda3-2.0.0-Linux-armv7l.sh</a:t>
            </a:r>
            <a:endParaRPr lang="en-US" altLang="en-US"/>
          </a:p>
          <a:p>
            <a:pPr lvl="1"/>
            <a:r>
              <a:rPr lang="en-US" altLang="en-US">
                <a:sym typeface="+mn-ea"/>
              </a:rPr>
              <a:t>source ~/.bashrc</a:t>
            </a:r>
            <a:endParaRPr lang="en-US" altLang="en-US"/>
          </a:p>
          <a:p>
            <a:pPr lvl="1"/>
            <a:r>
              <a:rPr lang="en-US" altLang="en-US">
                <a:sym typeface="+mn-ea"/>
              </a:rPr>
              <a:t>python --version (...Continuum...)</a:t>
            </a:r>
            <a:endParaRPr lang="en-US" altLang="en-US">
              <a:sym typeface="+mn-ea"/>
            </a:endParaRPr>
          </a:p>
          <a:p>
            <a:pPr lvl="0"/>
            <a:r>
              <a:rPr lang="en-US" altLang="en-US" sz="2400">
                <a:sym typeface="+mn-ea"/>
              </a:rPr>
              <a:t>Virtualenv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conda create --name py</a:t>
            </a:r>
            <a:r>
              <a:rPr lang="en-US" altLang="en-US" sz="2400">
                <a:sym typeface="+mn-ea"/>
              </a:rPr>
              <a:t>3</a:t>
            </a:r>
            <a:r>
              <a:rPr lang="en-US" altLang="en-US" sz="2400">
                <a:sym typeface="+mn-ea"/>
              </a:rPr>
              <a:t> python=</a:t>
            </a:r>
            <a:r>
              <a:rPr lang="en-US" altLang="en-US" sz="2400">
                <a:sym typeface="+mn-ea"/>
              </a:rPr>
              <a:t>3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source activate py</a:t>
            </a:r>
            <a:r>
              <a:rPr lang="en-US" altLang="en-US" sz="2400">
                <a:sym typeface="+mn-ea"/>
              </a:rPr>
              <a:t>3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source deactivate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conda install anaconda-client</a:t>
            </a:r>
            <a:endParaRPr lang="en-US" altLang="en-US" sz="2400"/>
          </a:p>
          <a:p>
            <a:pPr lvl="0"/>
            <a:r>
              <a:rPr lang="en-US" altLang="en-US" sz="2400">
                <a:sym typeface="+mn-ea"/>
              </a:rPr>
              <a:t>Opencv</a:t>
            </a:r>
            <a:endParaRPr lang="en-US" altLang="en-US" sz="2400"/>
          </a:p>
          <a:p>
            <a:pPr lvl="1"/>
            <a:r>
              <a:rPr lang="en-US" altLang="en-US" sz="2400">
                <a:sym typeface="+mn-ea"/>
              </a:rPr>
              <a:t>conda install opencv3 </a:t>
            </a:r>
            <a:r>
              <a:rPr lang="en-US" altLang="en-US" sz="2400">
                <a:sym typeface="+mn-ea"/>
              </a:rPr>
              <a:t>scikit-learn</a:t>
            </a:r>
            <a:endParaRPr lang="en-US" altLang="en-US" sz="2400"/>
          </a:p>
          <a:p>
            <a:pPr lvl="0"/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Install OpenCV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 sz="1600"/>
              <a:t>Install numpy and dependencies</a:t>
            </a:r>
            <a:endParaRPr lang="en-US" altLang="en-US" sz="1600"/>
          </a:p>
          <a:p>
            <a:pPr lvl="1"/>
            <a:r>
              <a:rPr lang="en-US" altLang="en-US" sz="1400"/>
              <a:t>pip install numpy</a:t>
            </a:r>
            <a:endParaRPr lang="en-US" altLang="en-US" sz="1400"/>
          </a:p>
          <a:p>
            <a:pPr lvl="0"/>
            <a:r>
              <a:rPr lang="en-US" altLang="en-US" sz="1600"/>
              <a:t>Download and build opencv</a:t>
            </a:r>
            <a:endParaRPr lang="en-US" altLang="en-US" sz="1600"/>
          </a:p>
          <a:p>
            <a:pPr lvl="1"/>
            <a:r>
              <a:rPr lang="en-US" altLang="en-US" sz="1400">
                <a:sym typeface="+mn-ea"/>
              </a:rPr>
              <a:t>sudo apt install python3-dev</a:t>
            </a:r>
            <a:endParaRPr lang="en-US" altLang="en-US" sz="1400"/>
          </a:p>
          <a:p>
            <a:pPr lvl="1"/>
            <a:r>
              <a:rPr lang="en-US" altLang="en-US" sz="1400">
                <a:sym typeface="+mn-ea"/>
              </a:rPr>
              <a:t>sudo apt install build-essential cmake pkg-config libjpeg-dev libtiff5-dev libjasper-dev libpng12-dev libavcodec-dev libavformat-dev libswscale-dev libv4l-dev libxvidcore-dev libx264-dev libatlas-base-dev gfortran</a:t>
            </a:r>
            <a:endParaRPr lang="en-US" altLang="en-US" sz="1400">
              <a:sym typeface="+mn-ea"/>
            </a:endParaRPr>
          </a:p>
          <a:p>
            <a:pPr lvl="1"/>
            <a:r>
              <a:rPr lang="en-US" altLang="en-US" sz="1400"/>
              <a:t>wget -o opencv.zip https://github.com/opencv/opencv/archive/3.4.3.zip</a:t>
            </a:r>
            <a:endParaRPr lang="en-US" altLang="en-US" sz="1400"/>
          </a:p>
          <a:p>
            <a:pPr lvl="1"/>
            <a:r>
              <a:rPr lang="en-US" altLang="en-US" sz="1400"/>
              <a:t>wget -o opencv_contrib.zip https://github.com/opencv/opencv_contrib/archive/3.4.3.zip</a:t>
            </a:r>
            <a:endParaRPr lang="en-US" altLang="en-US" sz="1400"/>
          </a:p>
          <a:p>
            <a:pPr lvl="1"/>
            <a:r>
              <a:rPr lang="en-US" altLang="en-US" sz="1400"/>
              <a:t>unzip opencv.zip</a:t>
            </a:r>
            <a:endParaRPr lang="en-US" altLang="en-US" sz="1400"/>
          </a:p>
          <a:p>
            <a:pPr lvl="1"/>
            <a:r>
              <a:rPr lang="en-US" altLang="en-US" sz="1400"/>
              <a:t>unzip opencv_contrib.zip</a:t>
            </a:r>
            <a:endParaRPr lang="en-US" altLang="en-US" sz="1400"/>
          </a:p>
          <a:p>
            <a:pPr lvl="1"/>
            <a:r>
              <a:rPr lang="en-US" altLang="en-US" sz="1400"/>
              <a:t>cd opencv-3.4.3 &amp;&amp; mkdir build &amp;&amp; cd build</a:t>
            </a:r>
            <a:endParaRPr lang="en-US" altLang="en-US" sz="1400"/>
          </a:p>
          <a:p>
            <a:pPr lvl="1"/>
            <a:r>
              <a:rPr lang="en-US" altLang="en-US" sz="1400"/>
              <a:t>cmake -D CMAKE_BUILD_TYPE=RELEASE -DCMAKE_INSTALL_PREFIX=/usr/local -D OPENCV_EXTRA_MODULES_PATH=~/opencv_contrib-3.4.3/modules -D ENABLE_NEON=ON -D ENABLE_VFPV3=ON -D BUILD_TESTS=OFF -D INSTALL_PYTHON_EXAMPLES=OFF -D BUILD_EXAMPLES=OFF</a:t>
            </a:r>
            <a:endParaRPr lang="en-US" altLang="en-US" sz="1400"/>
          </a:p>
          <a:p>
            <a:pPr lvl="1"/>
            <a:r>
              <a:rPr lang="en-US" altLang="en-US" sz="1400"/>
              <a:t>Modify /etc/dphys-swapfile</a:t>
            </a:r>
            <a:endParaRPr lang="en-US" altLang="en-US" sz="1400"/>
          </a:p>
          <a:p>
            <a:pPr lvl="2"/>
            <a:r>
              <a:rPr lang="en-US" altLang="en-US" sz="1200"/>
              <a:t>CONF_SWAPSIZE=1024</a:t>
            </a:r>
            <a:endParaRPr lang="en-US" altLang="en-US" sz="1200"/>
          </a:p>
          <a:p>
            <a:pPr lvl="1"/>
            <a:r>
              <a:rPr lang="en-US" altLang="en-US" sz="1400"/>
              <a:t>sudo /etc/init.d/dphys-swapfile stop &amp;&amp; sudo /etc/init.d/dphys-swapfile start</a:t>
            </a:r>
            <a:endParaRPr lang="en-US" altLang="en-US" sz="1400"/>
          </a:p>
          <a:p>
            <a:pPr lvl="1"/>
            <a:r>
              <a:rPr lang="en-US" altLang="en-US" sz="1400"/>
              <a:t>make -j4 &amp;&amp; sudo make install &amp;&amp; sudo ldconfig</a:t>
            </a:r>
            <a:endParaRPr lang="en-US" altLang="en-US" sz="1400"/>
          </a:p>
          <a:p>
            <a:pPr lvl="1"/>
            <a:r>
              <a:rPr lang="en-US" altLang="en-US" sz="1400"/>
              <a:t>cd /usr/local/lib/python3.5/site-packages &amp;&amp; sudo mv cv2.cpython-35m-arm-linux-gnueabihf.so cv2.so</a:t>
            </a:r>
            <a:endParaRPr lang="en-US" altLang="en-US" sz="1400"/>
          </a:p>
          <a:p>
            <a:pPr lvl="1"/>
            <a:r>
              <a:rPr lang="en-US" altLang="en-US" sz="1400"/>
              <a:t>cd ~/.virtualenvs/py3/lib/python3.5/site-packages/ &amp;&amp; ln -s /usr/local/lib/python3.5/site-packages/cv2.so cv2.so</a:t>
            </a:r>
            <a:endParaRPr lang="en-US" altLang="en-US" sz="1400"/>
          </a:p>
          <a:p>
            <a:pPr lvl="1"/>
            <a:r>
              <a:rPr lang="en-US" altLang="en-US" sz="1400"/>
              <a:t>Revert /etc/dphys-swapfile</a:t>
            </a:r>
            <a:endParaRPr lang="en-US" altLang="en-US" sz="1400"/>
          </a:p>
          <a:p>
            <a:pPr lvl="2"/>
            <a:r>
              <a:rPr lang="en-US" altLang="en-US" sz="1260"/>
              <a:t>CONF_SWAPSIZE=100</a:t>
            </a:r>
            <a:endParaRPr lang="en-US" altLang="en-US" sz="1260"/>
          </a:p>
          <a:p>
            <a:pPr lvl="1"/>
            <a:r>
              <a:rPr lang="en-US" altLang="en-US" sz="1400"/>
              <a:t>sudo /etc/init.d/dphys-swapfile stop &amp;&amp; sudo /etc/init.d/dphys-swapfile start</a:t>
            </a:r>
            <a:endParaRPr lang="en-US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Clone SD Card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Backup</a:t>
            </a:r>
            <a:endParaRPr lang="en-US" altLang="en-US"/>
          </a:p>
          <a:p>
            <a:pPr lvl="1"/>
            <a:r>
              <a:rPr lang="en-US" altLang="en-US"/>
              <a:t>sudo fdisk -l</a:t>
            </a:r>
            <a:endParaRPr lang="en-US" altLang="en-US"/>
          </a:p>
          <a:p>
            <a:pPr lvl="1"/>
            <a:r>
              <a:rPr lang="en-US" altLang="en-US"/>
              <a:t>sudo dd bs=4M if=/dev/sdb of=~/hw/raspbian_11292018.img</a:t>
            </a:r>
            <a:endParaRPr lang="en-US" altLang="en-US"/>
          </a:p>
          <a:p>
            <a:pPr lvl="2"/>
            <a:r>
              <a:rPr lang="en-US" altLang="en-US" sz="1800"/>
              <a:t>16G 13min</a:t>
            </a:r>
            <a:endParaRPr lang="en-US" altLang="en-US" sz="1800"/>
          </a:p>
          <a:p>
            <a:pPr lvl="1"/>
            <a:r>
              <a:rPr lang="en-US" altLang="en-US">
                <a:sym typeface="+mn-ea"/>
              </a:rPr>
              <a:t>sudo umount /dev/sdb1 /dev/sdb2</a:t>
            </a:r>
            <a:endParaRPr lang="en-US" altLang="en-US">
              <a:sym typeface="+mn-ea"/>
            </a:endParaRPr>
          </a:p>
          <a:p>
            <a:pPr lvl="1"/>
            <a:r>
              <a:rPr lang="en-US" altLang="en-US">
                <a:sym typeface="+mn-ea"/>
              </a:rPr>
              <a:t>fdisk -l raspbian.img</a:t>
            </a:r>
            <a:endParaRPr lang="en-US" altLang="en-US"/>
          </a:p>
          <a:p>
            <a:pPr lvl="0"/>
            <a:r>
              <a:rPr lang="en-US" altLang="en-US"/>
              <a:t>Restore or Clone</a:t>
            </a:r>
            <a:endParaRPr lang="en-US" altLang="en-US"/>
          </a:p>
          <a:p>
            <a:pPr lvl="1"/>
            <a:r>
              <a:rPr lang="en-US" altLang="en-US"/>
              <a:t>Remove partitions if any</a:t>
            </a:r>
            <a:endParaRPr lang="en-US" altLang="en-US"/>
          </a:p>
          <a:p>
            <a:pPr lvl="2"/>
            <a:r>
              <a:rPr lang="en-US" altLang="en-US" sz="1800"/>
              <a:t>sudo gparted</a:t>
            </a:r>
            <a:endParaRPr lang="en-US" altLang="en-US"/>
          </a:p>
          <a:p>
            <a:pPr lvl="1"/>
            <a:r>
              <a:rPr lang="en-US" altLang="en-US"/>
              <a:t>sudo dd bs=4M if=~/hw/raspbian_11292018.img of=/dev/sdb</a:t>
            </a:r>
            <a:endParaRPr lang="en-US" altLang="en-US"/>
          </a:p>
          <a:p>
            <a:pPr lvl="2"/>
            <a:r>
              <a:rPr lang="en-US" altLang="en-US"/>
              <a:t>5.0G 10min</a:t>
            </a:r>
            <a:endParaRPr lang="en-US" altLang="en-US"/>
          </a:p>
          <a:p>
            <a:pPr lvl="2"/>
            <a:r>
              <a:rPr lang="en-US" altLang="en-US"/>
              <a:t>8.0G 20min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V4L (Video4Linux) and Pillow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Commands</a:t>
            </a:r>
            <a:endParaRPr lang="en-US" altLang="en-US"/>
          </a:p>
          <a:p>
            <a:pPr lvl="1"/>
            <a:r>
              <a:rPr lang="en-US" altLang="en-US"/>
              <a:t>v4l2-ctl</a:t>
            </a:r>
            <a:endParaRPr lang="en-US" altLang="en-US"/>
          </a:p>
          <a:p>
            <a:pPr lvl="2"/>
            <a:r>
              <a:rPr lang="en-US" altLang="en-US"/>
              <a:t>v4l2-ctl --list-devices</a:t>
            </a:r>
            <a:endParaRPr lang="en-US" altLang="en-US"/>
          </a:p>
          <a:p>
            <a:pPr lvl="2"/>
            <a:r>
              <a:rPr lang="en-US" altLang="en-US"/>
              <a:t>v4l2-ctl --list-formats-ext</a:t>
            </a:r>
            <a:endParaRPr lang="en-US" altLang="en-US"/>
          </a:p>
          <a:p>
            <a:pPr lvl="2"/>
            <a:r>
              <a:rPr lang="en-US" altLang="en-US"/>
              <a:t>v4l2-ctl -d /dev/video0 --list-formats</a:t>
            </a:r>
            <a:endParaRPr lang="en-US" altLang="en-US"/>
          </a:p>
          <a:p>
            <a:pPr lvl="1"/>
            <a:r>
              <a:rPr lang="en-US" altLang="en-US"/>
              <a:t>/etc/modprobe.d/uvcvideo.conf</a:t>
            </a:r>
            <a:endParaRPr lang="en-US" altLang="en-US"/>
          </a:p>
          <a:p>
            <a:pPr lvl="2"/>
            <a:r>
              <a:rPr lang="en-US" altLang="en-US"/>
              <a:t>options uvcvideo quirks=128</a:t>
            </a:r>
            <a:endParaRPr lang="en-US" altLang="en-US"/>
          </a:p>
          <a:p>
            <a:pPr lvl="0"/>
            <a:r>
              <a:rPr lang="en-US" altLang="en-US"/>
              <a:t>v4l2capture</a:t>
            </a:r>
            <a:endParaRPr lang="en-US" altLang="en-US"/>
          </a:p>
          <a:p>
            <a:pPr lvl="1"/>
            <a:r>
              <a:rPr lang="en-US" altLang="en-US"/>
              <a:t>apt-cache search v4l</a:t>
            </a:r>
            <a:endParaRPr lang="en-US" altLang="en-US"/>
          </a:p>
          <a:p>
            <a:pPr lvl="1"/>
            <a:r>
              <a:rPr lang="en-US" altLang="en-US"/>
              <a:t>sudo apt install libv4l-0</a:t>
            </a:r>
            <a:endParaRPr lang="en-US" altLang="en-US"/>
          </a:p>
          <a:p>
            <a:pPr lvl="0"/>
            <a:r>
              <a:rPr lang="en-US" altLang="en-US" sz="2400"/>
              <a:t>v4l2 for python</a:t>
            </a:r>
            <a:endParaRPr lang="en-US" altLang="en-US" sz="2400"/>
          </a:p>
          <a:p>
            <a:pPr lvl="1"/>
            <a:r>
              <a:rPr lang="en-US" altLang="en-US" sz="2000"/>
              <a:t>pip install pyv4l2</a:t>
            </a:r>
            <a:endParaRPr lang="en-US" altLang="en-US"/>
          </a:p>
          <a:p>
            <a:pPr lvl="0"/>
            <a:r>
              <a:rPr lang="en-US" altLang="en-US"/>
              <a:t>pip install pillow</a:t>
            </a:r>
            <a:endParaRPr lang="en-US" altLang="en-US"/>
          </a:p>
          <a:p>
            <a:pPr lvl="0"/>
            <a:r>
              <a:rPr lang="en-US" altLang="en-US"/>
              <a:t>modinfo uvcvideo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MJpeg Streamer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Install</a:t>
            </a:r>
            <a:endParaRPr lang="en-US" altLang="en-US"/>
          </a:p>
          <a:p>
            <a:pPr lvl="1"/>
            <a:r>
              <a:rPr lang="en-US" altLang="en-US"/>
              <a:t>sudo apt install libjpeg8-dev libv4l-dev</a:t>
            </a:r>
            <a:endParaRPr lang="en-US" altLang="en-US"/>
          </a:p>
          <a:p>
            <a:pPr lvl="1"/>
            <a:r>
              <a:rPr lang="en-US" altLang="en-US"/>
              <a:t>tar zxvf mjpeg-streamer-master.tgz</a:t>
            </a:r>
            <a:endParaRPr lang="en-US" altLang="en-US"/>
          </a:p>
          <a:p>
            <a:pPr lvl="0"/>
            <a:r>
              <a:rPr lang="en-US" altLang="en-US"/>
              <a:t>Run server</a:t>
            </a:r>
            <a:endParaRPr lang="en-US" altLang="en-US"/>
          </a:p>
          <a:p>
            <a:pPr lvl="1"/>
            <a:r>
              <a:rPr lang="en-US" altLang="en-US"/>
              <a:t>cd mjpg-streamer-master/mjpg-streamer-experimental/</a:t>
            </a:r>
            <a:endParaRPr lang="en-US" altLang="en-US"/>
          </a:p>
          <a:p>
            <a:pPr lvl="1"/>
            <a:r>
              <a:rPr lang="en-US" altLang="en-US"/>
              <a:t>./mjpg_streamer -i “./input_uvc.so -r 800x600” -o “output_http.so -w ./www”</a:t>
            </a:r>
            <a:endParaRPr lang="en-US" altLang="en-US"/>
          </a:p>
          <a:p>
            <a:pPr lvl="0"/>
            <a:r>
              <a:rPr lang="en-US" altLang="en-US"/>
              <a:t>View</a:t>
            </a:r>
            <a:endParaRPr lang="en-US" altLang="en-US"/>
          </a:p>
          <a:p>
            <a:pPr lvl="1"/>
            <a:r>
              <a:rPr lang="en-US" altLang="en-US"/>
              <a:t>192.168.1.229:8080/stream.html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Motion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Install and configure</a:t>
            </a:r>
            <a:endParaRPr lang="en-US" altLang="en-US"/>
          </a:p>
          <a:p>
            <a:pPr lvl="1"/>
            <a:r>
              <a:rPr lang="en-US" altLang="en-US"/>
              <a:t>sudo apt install motion</a:t>
            </a:r>
            <a:endParaRPr lang="en-US" altLang="en-US"/>
          </a:p>
          <a:p>
            <a:pPr lvl="1"/>
            <a:r>
              <a:rPr lang="en-US" altLang="en-US"/>
              <a:t>sudo vim /etc/motion/motion.conf</a:t>
            </a:r>
            <a:endParaRPr lang="en-US" altLang="en-US"/>
          </a:p>
          <a:p>
            <a:pPr lvl="2"/>
            <a:r>
              <a:rPr lang="en-US" altLang="en-US"/>
              <a:t>daemon off -&gt; on</a:t>
            </a:r>
            <a:endParaRPr lang="en-US" altLang="en-US"/>
          </a:p>
          <a:p>
            <a:pPr lvl="2"/>
            <a:r>
              <a:rPr lang="en-US" altLang="en-US"/>
              <a:t>stream_localhost on -&gt; off	// Only stream to localhost</a:t>
            </a:r>
            <a:endParaRPr lang="en-US" altLang="en-US"/>
          </a:p>
          <a:p>
            <a:pPr lvl="2"/>
            <a:r>
              <a:rPr lang="en-US" altLang="en-US"/>
              <a:t>webcontrol_local on -&gt; off</a:t>
            </a:r>
            <a:endParaRPr lang="en-US" altLang="en-US"/>
          </a:p>
          <a:p>
            <a:pPr lvl="1"/>
            <a:r>
              <a:rPr lang="en-US" altLang="en-US"/>
              <a:t>sudo vim /etc/default/motion</a:t>
            </a:r>
            <a:endParaRPr lang="en-US" altLang="en-US"/>
          </a:p>
          <a:p>
            <a:pPr lvl="2"/>
            <a:r>
              <a:rPr lang="en-US" altLang="en-US"/>
              <a:t>start_motion_daemon=no -&gt; yes</a:t>
            </a:r>
            <a:endParaRPr lang="en-US" altLang="en-US"/>
          </a:p>
          <a:p>
            <a:pPr lvl="1"/>
            <a:r>
              <a:rPr lang="en-US" altLang="en-US"/>
              <a:t>sudo service motion start</a:t>
            </a:r>
            <a:endParaRPr lang="en-US" altLang="en-US"/>
          </a:p>
          <a:p>
            <a:pPr lvl="0"/>
            <a:r>
              <a:rPr lang="en-US" altLang="en-US"/>
              <a:t>View</a:t>
            </a:r>
            <a:endParaRPr lang="en-US" altLang="en-US"/>
          </a:p>
          <a:p>
            <a:pPr lvl="1"/>
            <a:r>
              <a:rPr lang="en-US" altLang="en-US"/>
              <a:t>http://raspberrypi:8081	// stream</a:t>
            </a:r>
            <a:endParaRPr lang="en-US" altLang="en-US"/>
          </a:p>
          <a:p>
            <a:pPr lvl="1"/>
            <a:r>
              <a:rPr lang="en-US" altLang="en-US"/>
              <a:t>http://raspberrypi:8080	// control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MotionEyeOS - Basic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zh-CN"/>
              <a:t>Ref</a:t>
            </a:r>
            <a:endParaRPr lang="en-US" altLang="zh-CN"/>
          </a:p>
          <a:p>
            <a:pPr lvl="1"/>
            <a:r>
              <a:rPr lang="en-US" altLang="zh-CN"/>
              <a:t>https://github.com/ccrisan/motioneyeos/releases</a:t>
            </a:r>
            <a:endParaRPr lang="en-US" altLang="zh-CN"/>
          </a:p>
          <a:p>
            <a:pPr lvl="0"/>
            <a:r>
              <a:rPr lang="en-US" altLang="zh-CN"/>
              <a:t>Features</a:t>
            </a:r>
            <a:endParaRPr lang="en-US" altLang="zh-CN"/>
          </a:p>
          <a:p>
            <a:pPr lvl="1"/>
            <a:r>
              <a:rPr lang="en-US" altLang="zh-CN"/>
              <a:t>The system listens on TCP port 80 (http), so can be accessed through browser</a:t>
            </a:r>
            <a:endParaRPr lang="en-US" altLang="zh-CN"/>
          </a:p>
          <a:p>
            <a:pPr lvl="1"/>
            <a:r>
              <a:rPr lang="en-US" altLang="zh-CN"/>
              <a:t>motionEye: web frontend for the motion daemon</a:t>
            </a:r>
            <a:endParaRPr lang="en-US" altLang="zh-CN"/>
          </a:p>
          <a:p>
            <a:pPr lvl="1"/>
            <a:r>
              <a:rPr lang="en-US" altLang="zh-CN"/>
              <a:t>motion: daemon, GPU not used</a:t>
            </a:r>
            <a:endParaRPr lang="en-US" altLang="zh-CN"/>
          </a:p>
          <a:p>
            <a:pPr lvl="1"/>
            <a:r>
              <a:rPr lang="en-US" altLang="zh-CN"/>
              <a:t>three partitions: /boot, /, /data</a:t>
            </a:r>
            <a:endParaRPr lang="en-US" altLang="zh-CN"/>
          </a:p>
          <a:p>
            <a:pPr lvl="0"/>
            <a:r>
              <a:rPr lang="en-US" altLang="zh-CN"/>
              <a:t>Fast Network Camera</a:t>
            </a:r>
            <a:endParaRPr lang="en-US" altLang="zh-CN"/>
          </a:p>
          <a:p>
            <a:pPr lvl="1"/>
            <a:r>
              <a:rPr lang="en-US" altLang="zh-CN"/>
              <a:t>streamEye: MJPEG streamer</a:t>
            </a:r>
            <a:endParaRPr lang="en-US" altLang="zh-CN"/>
          </a:p>
          <a:p>
            <a:pPr lvl="1"/>
            <a:r>
              <a:rPr lang="en-US" altLang="zh-CN"/>
              <a:t>raspimjpeg.py</a:t>
            </a:r>
            <a:endParaRPr lang="en-US" altLang="zh-CN"/>
          </a:p>
          <a:p>
            <a:pPr lvl="1"/>
            <a:r>
              <a:rPr lang="en-US" altLang="zh-CN"/>
              <a:t>no motion detection</a:t>
            </a:r>
            <a:endParaRPr lang="en-US" altLang="zh-CN"/>
          </a:p>
          <a:p>
            <a:pPr lvl="0"/>
            <a:r>
              <a:rPr lang="en-US" altLang="zh-CN" sz="2400"/>
              <a:t>WIFI Preconfiguration</a:t>
            </a:r>
            <a:endParaRPr lang="en-US" altLang="zh-CN"/>
          </a:p>
          <a:p>
            <a:pPr lvl="1"/>
            <a:r>
              <a:rPr lang="en-US" altLang="zh-CN"/>
              <a:t>Create text file wpa_supplicant.conf</a:t>
            </a:r>
            <a:endParaRPr lang="en-US" altLang="zh-CN"/>
          </a:p>
          <a:p>
            <a:pPr lvl="0"/>
            <a:r>
              <a:rPr lang="en-US" altLang="zh-CN"/>
              <a:t>Launch</a:t>
            </a:r>
            <a:endParaRPr lang="en-US" altLang="zh-CN"/>
          </a:p>
          <a:p>
            <a:pPr lvl="1"/>
            <a:r>
              <a:rPr lang="en-US" altLang="zh-CN"/>
              <a:t>login username: admin, no password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498080" y="4201795"/>
            <a:ext cx="3747135" cy="95313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r>
              <a:rPr lang="en-US" sz="1400" b="1" i="1" u="sng"/>
              <a:t>static_ip.conf</a:t>
            </a:r>
            <a:endParaRPr sz="1400"/>
          </a:p>
          <a:p>
            <a:r>
              <a:rPr sz="1400"/>
              <a:t>static_ip="192.168.0.3/24"</a:t>
            </a:r>
            <a:endParaRPr sz="1400"/>
          </a:p>
          <a:p>
            <a:r>
              <a:rPr sz="1400"/>
              <a:t>static_gw="192.168.0.1"</a:t>
            </a:r>
            <a:endParaRPr sz="1400"/>
          </a:p>
          <a:p>
            <a:r>
              <a:rPr sz="1400"/>
              <a:t>static_dns="8.8.8.8"</a:t>
            </a:r>
            <a:endParaRPr sz="1400"/>
          </a:p>
        </p:txBody>
      </p:sp>
      <p:sp>
        <p:nvSpPr>
          <p:cNvPr id="5" name="文本框 4"/>
          <p:cNvSpPr txBox="1"/>
          <p:nvPr/>
        </p:nvSpPr>
        <p:spPr>
          <a:xfrm>
            <a:off x="7498080" y="1422400"/>
            <a:ext cx="3747135" cy="224536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p>
            <a:r>
              <a:rPr lang="en-US" altLang="zh-CN" sz="1400" b="1" i="1" u="sng"/>
              <a:t>wpa_supplicant.conf</a:t>
            </a:r>
            <a:endParaRPr lang="zh-CN" altLang="en-US" sz="1400"/>
          </a:p>
          <a:p>
            <a:r>
              <a:rPr lang="zh-CN" altLang="en-US" sz="1400"/>
              <a:t>country=</a:t>
            </a:r>
            <a:r>
              <a:rPr lang="en-US" altLang="zh-CN" sz="1400"/>
              <a:t>RC</a:t>
            </a:r>
            <a:endParaRPr lang="zh-CN" altLang="en-US" sz="1400"/>
          </a:p>
          <a:p>
            <a:r>
              <a:rPr lang="zh-CN" altLang="en-US" sz="1400"/>
              <a:t>update_config=1</a:t>
            </a:r>
            <a:endParaRPr lang="zh-CN" altLang="en-US" sz="1400"/>
          </a:p>
          <a:p>
            <a:r>
              <a:rPr lang="zh-CN" altLang="en-US" sz="1400"/>
              <a:t>ctrl_interface=/var/run/wpa_supplicant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network={</a:t>
            </a:r>
            <a:endParaRPr lang="zh-CN" altLang="en-US" sz="1400"/>
          </a:p>
          <a:p>
            <a:r>
              <a:rPr lang="zh-CN" altLang="en-US" sz="1400"/>
              <a:t>	scan_ssid=1</a:t>
            </a:r>
            <a:endParaRPr lang="zh-CN" altLang="en-US" sz="1400"/>
          </a:p>
          <a:p>
            <a:r>
              <a:rPr lang="zh-CN" altLang="en-US" sz="1400"/>
              <a:t>	ssid="crpa-meeting"</a:t>
            </a:r>
            <a:endParaRPr lang="zh-CN" altLang="en-US" sz="1400"/>
          </a:p>
          <a:p>
            <a:r>
              <a:rPr lang="zh-CN" altLang="en-US" sz="1400"/>
              <a:t>	psk="zhongjingge"</a:t>
            </a:r>
            <a:endParaRPr lang="zh-CN" altLang="en-US" sz="1400"/>
          </a:p>
          <a:p>
            <a:r>
              <a:rPr lang="zh-CN" altLang="en-US" sz="1400"/>
              <a:t>}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MotionEyeOS - Settings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 sz="2400">
                <a:sym typeface="+mn-ea"/>
              </a:rPr>
              <a:t>Setting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WIFI: /etc/init.d/S35wifi /data/etc/wpa_supplicant.conf -&gt; /boot/wpa_supplicant.conf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Ethernet: /etc/init.d/S40network /data/etc/static_ip.conf -&gt; /boot/static_ip.conf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motionEye: /programs/motioneye/settings.py /etc/init.d/S85motioneye /data/etc/motioneye.conf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motion: /data/etc/motion.conf /data/etc/thread-x.conf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Start Up: /data/etc/userinit.sh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/>
              <a:t>Modules: /data/etc/modules, /data/etc/modprobe.conf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Clone SD Card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2511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https://www.raspberrypistarterkits.com/how-to/clone-raspberry-pi-sd-card-on-windows-linux-macos/</a:t>
            </a:r>
            <a:endParaRPr lang="en-US" altLang="zh-CN"/>
          </a:p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 sz="2000"/>
              <a:t>Download Win32DiskImager and install</a:t>
            </a:r>
            <a:endParaRPr lang="en-US" altLang="zh-CN" sz="2000"/>
          </a:p>
          <a:p>
            <a:pPr lvl="2"/>
            <a:r>
              <a:rPr lang="en-US" altLang="zh-CN"/>
              <a:t>https://sourceforge.net/projects/win32diskimager/files/latest/download</a:t>
            </a:r>
            <a:endParaRPr lang="en-US" altLang="zh-CN"/>
          </a:p>
          <a:p>
            <a:pPr lvl="1"/>
            <a:r>
              <a:rPr lang="en-US" altLang="zh-CN" sz="2000"/>
              <a:t>Launch Win32 Disk Imager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4730" y="615315"/>
            <a:ext cx="3989070" cy="29286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TODO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How to build or install python-v4l2capture?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Photo Booth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zh-CN" altLang="en-US"/>
              <a:t>https://www.instructables.com/Raspberry-Pi-photo-booth-controller/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OS Image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368800" cy="4549140"/>
          </a:xfrm>
        </p:spPr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download Pi Imager from https://www.raspberrypi.com/software/</a:t>
            </a:r>
            <a:endParaRPr lang="en-US" altLang="zh-CN"/>
          </a:p>
          <a:p>
            <a:pPr lvl="1"/>
            <a:r>
              <a:rPr lang="en-US" altLang="zh-CN"/>
              <a:t>run Pi Imager</a:t>
            </a:r>
            <a:endParaRPr lang="en-US" altLang="zh-CN"/>
          </a:p>
          <a:p>
            <a:pPr lvl="1"/>
            <a:r>
              <a:rPr lang="en-US" altLang="zh-CN"/>
              <a:t>configure WIFI/ssh</a:t>
            </a:r>
            <a:endParaRPr lang="en-US" altLang="zh-CN"/>
          </a:p>
          <a:p>
            <a:pPr lvl="0"/>
            <a:r>
              <a:rPr lang="en-US" altLang="zh-CN"/>
              <a:t>After launch</a:t>
            </a:r>
            <a:endParaRPr lang="en-US" altLang="zh-CN"/>
          </a:p>
          <a:p>
            <a:pPr lvl="1"/>
            <a:r>
              <a:rPr lang="en-US" altLang="zh-CN"/>
              <a:t>ping raspberrypi.local	// get ip address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374015"/>
            <a:ext cx="3270250" cy="40678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430" y="4681220"/>
            <a:ext cx="4991100" cy="320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940" y="374015"/>
            <a:ext cx="3307080" cy="41262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for Photo Booth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43220" cy="5280025"/>
          </a:xfrm>
        </p:spPr>
        <p:txBody>
          <a:bodyPr>
            <a:normAutofit fontScale="90000" lnSpcReduction="10000"/>
          </a:bodyPr>
          <a:p>
            <a:r>
              <a:rPr lang="en-US" altLang="zh-CN" sz="2000"/>
              <a:t>Steps</a:t>
            </a:r>
            <a:endParaRPr lang="en-US" altLang="zh-CN" sz="2000"/>
          </a:p>
          <a:p>
            <a:pPr lvl="1"/>
            <a:r>
              <a:rPr lang="en-US" altLang="zh-CN" sz="1800"/>
              <a:t>lsb_release -a</a:t>
            </a:r>
            <a:endParaRPr lang="en-US" altLang="zh-CN" sz="1800"/>
          </a:p>
          <a:p>
            <a:pPr lvl="1"/>
            <a:r>
              <a:rPr lang="en-US" altLang="zh-CN" sz="1800"/>
              <a:t>update /etc/apt/sources.list and /etc/apt/sources.list.d/raspi.list</a:t>
            </a:r>
            <a:endParaRPr lang="en-US" altLang="zh-CN" sz="1800"/>
          </a:p>
          <a:p>
            <a:pPr lvl="2"/>
            <a:r>
              <a:rPr lang="zh-CN" altLang="en-US" sz="1600"/>
              <a:t>将deb.debian.org替换为</a:t>
            </a:r>
            <a:r>
              <a:rPr lang="en-US" altLang="zh-CN" sz="1600"/>
              <a:t>mirrors.aliyun.com</a:t>
            </a:r>
            <a:endParaRPr lang="en-US" altLang="zh-CN" sz="1600"/>
          </a:p>
          <a:p>
            <a:pPr lvl="2"/>
            <a:r>
              <a:rPr lang="zh-CN" altLang="en-US" sz="1600"/>
              <a:t>将archive.raspberrypi.com替换为</a:t>
            </a:r>
            <a:r>
              <a:rPr lang="en-US" altLang="zh-CN" sz="1600"/>
              <a:t>mirrors.aliyun.com</a:t>
            </a:r>
            <a:endParaRPr lang="zh-CN" altLang="en-US" sz="1600"/>
          </a:p>
          <a:p>
            <a:pPr lvl="1"/>
            <a:r>
              <a:rPr lang="en-US" altLang="zh-CN" sz="1800"/>
              <a:t>sudo apt update</a:t>
            </a:r>
            <a:endParaRPr lang="en-US" altLang="zh-CN" sz="1800"/>
          </a:p>
          <a:p>
            <a:pPr lvl="0"/>
            <a:r>
              <a:rPr lang="zh-CN" altLang="en-US" sz="2000"/>
              <a:t>相机设置</a:t>
            </a:r>
            <a:endParaRPr lang="zh-CN" altLang="en-US" sz="2000"/>
          </a:p>
          <a:p>
            <a:pPr lvl="1"/>
            <a:r>
              <a:rPr lang="zh-CN" altLang="en-US" sz="1800"/>
              <a:t>输出画质设置为</a:t>
            </a:r>
            <a:r>
              <a:rPr lang="en-US" altLang="zh-CN" sz="1800"/>
              <a:t>S2</a:t>
            </a:r>
            <a:r>
              <a:rPr lang="zh-CN" altLang="en-US" sz="1800"/>
              <a:t>（</a:t>
            </a:r>
            <a:r>
              <a:rPr lang="en-US" altLang="zh-CN" sz="1800"/>
              <a:t>2400x1600</a:t>
            </a:r>
            <a:r>
              <a:rPr lang="zh-CN" altLang="en-US" sz="1800"/>
              <a:t>）</a:t>
            </a:r>
            <a:endParaRPr lang="zh-CN" altLang="en-US" sz="1800"/>
          </a:p>
          <a:p>
            <a:pPr lvl="0"/>
            <a:r>
              <a:rPr lang="zh-CN" altLang="en-US" sz="2000">
                <a:sym typeface="+mn-ea"/>
              </a:rPr>
              <a:t>打印机设置</a:t>
            </a:r>
            <a:r>
              <a:rPr lang="en-US" altLang="zh-CN" sz="2000">
                <a:sym typeface="+mn-ea"/>
              </a:rPr>
              <a:t>(USB)</a:t>
            </a:r>
            <a:endParaRPr lang="en-US" altLang="zh-CN" sz="2000">
              <a:sym typeface="+mn-ea"/>
            </a:endParaRPr>
          </a:p>
          <a:p>
            <a:pPr lvl="1"/>
            <a:r>
              <a:rPr lang="zh-CN" altLang="en-US" sz="1665"/>
              <a:t>执行</a:t>
            </a:r>
            <a:r>
              <a:rPr lang="en-US" altLang="zh-CN" sz="1665">
                <a:sym typeface="+mn-ea"/>
              </a:rPr>
              <a:t>aiphotobooth/system/printer/setup.py</a:t>
            </a:r>
            <a:endParaRPr lang="en-US" altLang="zh-CN" sz="1665">
              <a:sym typeface="+mn-ea"/>
            </a:endParaRPr>
          </a:p>
          <a:p>
            <a:pPr lvl="1"/>
            <a:r>
              <a:rPr lang="zh-CN" altLang="en-US" sz="1665">
                <a:sym typeface="+mn-ea"/>
              </a:rPr>
              <a:t>在</a:t>
            </a:r>
            <a:r>
              <a:rPr lang="en-US" altLang="zh-CN" sz="1665">
                <a:sym typeface="+mn-ea"/>
              </a:rPr>
              <a:t>localhost:631</a:t>
            </a:r>
            <a:r>
              <a:rPr lang="zh-CN" altLang="en-US" sz="1665">
                <a:sym typeface="+mn-ea"/>
              </a:rPr>
              <a:t>中添加</a:t>
            </a:r>
            <a:r>
              <a:rPr lang="en-US" altLang="zh-CN" sz="1665">
                <a:sym typeface="+mn-ea"/>
              </a:rPr>
              <a:t>CP1500</a:t>
            </a:r>
            <a:r>
              <a:rPr lang="zh-CN" altLang="en-US" sz="1665">
                <a:sym typeface="+mn-ea"/>
              </a:rPr>
              <a:t>打印机</a:t>
            </a:r>
            <a:endParaRPr lang="zh-CN" altLang="en-US" sz="1665">
              <a:sym typeface="+mn-ea"/>
            </a:endParaRPr>
          </a:p>
          <a:p>
            <a:pPr lvl="1"/>
            <a:r>
              <a:rPr lang="zh-CN" altLang="en-US" sz="1665">
                <a:sym typeface="+mn-ea"/>
              </a:rPr>
              <a:t>在</a:t>
            </a:r>
            <a:r>
              <a:rPr lang="en-US" altLang="zh-CN" sz="1665">
                <a:sym typeface="+mn-ea"/>
              </a:rPr>
              <a:t>“Print Setting”</a:t>
            </a:r>
            <a:r>
              <a:rPr lang="zh-CN" altLang="en-US" sz="1665">
                <a:sym typeface="+mn-ea"/>
              </a:rPr>
              <a:t>中设置</a:t>
            </a:r>
            <a:r>
              <a:rPr lang="en-US" altLang="zh-CN" sz="1665">
                <a:sym typeface="+mn-ea"/>
              </a:rPr>
              <a:t>CP1500</a:t>
            </a:r>
            <a:r>
              <a:rPr lang="zh-CN" altLang="en-US" sz="1665">
                <a:sym typeface="+mn-ea"/>
              </a:rPr>
              <a:t>为系统缺省打印机</a:t>
            </a:r>
            <a:endParaRPr lang="zh-CN" altLang="en-US" sz="1665"/>
          </a:p>
          <a:p>
            <a:pPr lvl="0"/>
            <a:r>
              <a:rPr lang="zh-CN" altLang="en-US" sz="2000">
                <a:solidFill>
                  <a:schemeClr val="bg1">
                    <a:lumMod val="50000"/>
                  </a:schemeClr>
                </a:solidFill>
              </a:rPr>
              <a:t>打印机设置</a:t>
            </a:r>
            <a:r>
              <a:rPr lang="en-US" altLang="zh-CN" sz="2000">
                <a:solidFill>
                  <a:schemeClr val="bg1">
                    <a:lumMod val="50000"/>
                  </a:schemeClr>
                </a:solidFill>
              </a:rPr>
              <a:t>(WiFi)</a:t>
            </a:r>
            <a:endParaRPr lang="zh-CN" altLang="en-US" sz="200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sz="1800">
                <a:solidFill>
                  <a:schemeClr val="bg1">
                    <a:lumMod val="50000"/>
                  </a:schemeClr>
                </a:solidFill>
              </a:rPr>
              <a:t>连接</a:t>
            </a:r>
            <a:r>
              <a:rPr lang="en-US" altLang="zh-CN" sz="1800">
                <a:solidFill>
                  <a:schemeClr val="bg1">
                    <a:lumMod val="50000"/>
                  </a:schemeClr>
                </a:solidFill>
              </a:rPr>
              <a:t>WIFI</a:t>
            </a:r>
            <a:r>
              <a:rPr lang="zh-CN" altLang="en-US" sz="1800">
                <a:solidFill>
                  <a:schemeClr val="bg1">
                    <a:lumMod val="50000"/>
                  </a:schemeClr>
                </a:solidFill>
              </a:rPr>
              <a:t>热点</a:t>
            </a:r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sz="1800">
                <a:solidFill>
                  <a:schemeClr val="bg1">
                    <a:lumMod val="50000"/>
                  </a:schemeClr>
                </a:solidFill>
              </a:rPr>
              <a:t>树莓派打印机设置里找到</a:t>
            </a:r>
            <a:r>
              <a:rPr lang="en-US" altLang="zh-CN" sz="1800">
                <a:solidFill>
                  <a:schemeClr val="bg1">
                    <a:lumMod val="50000"/>
                  </a:schemeClr>
                </a:solidFill>
              </a:rPr>
              <a:t>CP1500</a:t>
            </a:r>
            <a:endParaRPr lang="en-US" altLang="zh-CN" sz="180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sz="1800">
                <a:solidFill>
                  <a:schemeClr val="bg1">
                    <a:lumMod val="50000"/>
                  </a:schemeClr>
                </a:solidFill>
              </a:rPr>
              <a:t>修改</a:t>
            </a:r>
            <a:r>
              <a:rPr lang="en-US" altLang="zh-CN" sz="1800">
                <a:solidFill>
                  <a:schemeClr val="bg1">
                    <a:lumMod val="50000"/>
                  </a:schemeClr>
                </a:solidFill>
              </a:rPr>
              <a:t>CP1500</a:t>
            </a:r>
            <a:r>
              <a:rPr lang="zh-CN" altLang="en-US" sz="1800">
                <a:solidFill>
                  <a:schemeClr val="bg1">
                    <a:lumMod val="50000"/>
                  </a:schemeClr>
                </a:solidFill>
              </a:rPr>
              <a:t>的设置，加载</a:t>
            </a:r>
            <a:r>
              <a:rPr lang="en-US" altLang="zh-CN" sz="1800">
                <a:solidFill>
                  <a:schemeClr val="bg1">
                    <a:lumMod val="50000"/>
                  </a:schemeClr>
                </a:solidFill>
                <a:sym typeface="+mn-ea"/>
              </a:rPr>
              <a:t>Canon_SELPHY_CP1300.ppd</a:t>
            </a:r>
            <a:endParaRPr lang="en-US" altLang="zh-CN" sz="180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lvl="1"/>
            <a:r>
              <a:rPr lang="zh-CN" altLang="en-US" sz="1800">
                <a:solidFill>
                  <a:schemeClr val="bg1">
                    <a:lumMod val="50000"/>
                  </a:schemeClr>
                </a:solidFill>
                <a:sym typeface="+mn-ea"/>
              </a:rPr>
              <a:t>在树莓派打印机设置界面打印测试页</a:t>
            </a:r>
            <a:endParaRPr lang="en-US" altLang="zh-CN" sz="180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US" altLang="zh-CN" sz="1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420" y="1211580"/>
            <a:ext cx="5684520" cy="14173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gphoto2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56860" cy="5124450"/>
          </a:xfrm>
        </p:spPr>
        <p:txBody>
          <a:bodyPr>
            <a:normAutofit lnSpcReduction="10000"/>
          </a:bodyPr>
          <a:p>
            <a:pPr lvl="0"/>
            <a:r>
              <a:rPr lang="en-US" altLang="zh-CN" sz="1800">
                <a:sym typeface="+mn-ea"/>
              </a:rPr>
              <a:t>References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600"/>
              <a:t>http://gphoto.org/doc/manual/index.html</a:t>
            </a:r>
            <a:endParaRPr lang="en-US" altLang="zh-CN" sz="1600"/>
          </a:p>
          <a:p>
            <a:pPr lvl="1"/>
            <a:r>
              <a:rPr lang="en-US" altLang="zh-CN" sz="1600"/>
              <a:t>http://gphoto.org/doc/remote/</a:t>
            </a:r>
            <a:endParaRPr lang="en-US" altLang="zh-CN" sz="1600"/>
          </a:p>
          <a:p>
            <a:pPr lvl="1"/>
            <a:r>
              <a:rPr lang="en-US" altLang="zh-CN" sz="1600"/>
              <a:t>http://gphoto.org/doc/manual/using-gphoto2.html</a:t>
            </a:r>
            <a:endParaRPr lang="en-US" altLang="zh-CN" sz="1600"/>
          </a:p>
          <a:p>
            <a:pPr lvl="0"/>
            <a:r>
              <a:rPr lang="en-US" altLang="zh-CN" sz="1800">
                <a:sym typeface="+mn-ea"/>
              </a:rPr>
              <a:t>Setup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600"/>
              <a:t>copy gphoto2-updater.sh, gphoto2.tgz and libgphoto2.tgz to device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sudo ./gphoto-updater.sh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copy prepare_usb_cam.sh to device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sudo ./prepare_usb_cam.sh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sudo reboot now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gphoto2 --capture-image-and-download</a:t>
            </a:r>
            <a:endParaRPr lang="en-US" altLang="zh-CN" sz="1400"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395720" y="483870"/>
          <a:ext cx="562483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130"/>
                <a:gridCol w="280670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Command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Note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gphoto2 --list-config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config options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gphoto2 --list-ports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ports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gphoto2 --auto-detect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Detect camera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gphoto2 --summary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Show camera summary info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gphoto2 -a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all functions supported in camera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gphoto2 --list-files (-L)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files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gphoto2 --get-all-files (-P)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Download all files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gphoto2--get-config {name}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Get one config value (liveviewsize, )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gphoto2--set-config {name}={value}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Set one config</a:t>
                      </a: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gphoto2--set-config capturetarget=sdram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Store photo in RAM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gphoto2--set-config capturetarget=card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Store photo in SD card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gphoto2 --capture-preview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Store preview image as capture_preview.jpg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gphoto2</a:t>
                      </a:r>
                      <a:r>
                        <a:rPr lang="zh-CN" altLang="en-US" sz="1200"/>
                        <a:t>--capture-image-and-download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Capture and download</a:t>
                      </a:r>
                      <a:endParaRPr lang="en-US" altLang="zh-CN" sz="12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gphoto2 --capture-movie --stdout | ffmpeg -re -i pipe:0 -listen 1 -f mjpeg http://</a:t>
                      </a:r>
                      <a:r>
                        <a:rPr lang="en-US" altLang="zh-CN" sz="1200"/>
                        <a:t>0.0.0.0</a:t>
                      </a:r>
                      <a:r>
                        <a:rPr lang="zh-CN" altLang="en-US" sz="1200"/>
                        <a:t>:8080/feed.</a:t>
                      </a:r>
                      <a:r>
                        <a:rPr lang="en-US" altLang="zh-CN" sz="1200"/>
                        <a:t>m</a:t>
                      </a:r>
                      <a:r>
                        <a:rPr lang="zh-CN" altLang="en-US" sz="1200"/>
                        <a:t>jpg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preview</a:t>
                      </a:r>
                      <a:endParaRPr lang="en-US" altLang="zh-CN" sz="1200"/>
                    </a:p>
                  </a:txBody>
                  <a:tcPr/>
                </a:tc>
              </a:tr>
              <a:tr h="1005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gphoto2 --set-config viewfinder=1 --set-config movierecordtarget=Card --wait-event=10s --set-config movierecordtarget=None --wait-event-and-download=2s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Record movie</a:t>
                      </a:r>
                      <a:endParaRPr lang="en-US" altLang="zh-CN" sz="12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gphoto2 Liveview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566025" cy="5294630"/>
          </a:xfrm>
        </p:spPr>
        <p:txBody>
          <a:bodyPr>
            <a:normAutofit fontScale="70000"/>
          </a:bodyPr>
          <a:p>
            <a:r>
              <a:rPr lang="en-US" altLang="zh-CN"/>
              <a:t>Solution 1</a:t>
            </a:r>
            <a:endParaRPr lang="en-US" altLang="zh-CN"/>
          </a:p>
          <a:p>
            <a:pPr lvl="1"/>
            <a:r>
              <a:rPr lang="en-US" altLang="zh-CN"/>
              <a:t>install v4l2loopback</a:t>
            </a:r>
            <a:endParaRPr lang="en-US" altLang="zh-CN"/>
          </a:p>
          <a:p>
            <a:pPr lvl="2"/>
            <a:r>
              <a:rPr lang="en-US" altLang="zh-CN"/>
              <a:t>git clone https://github.com/umlaeute/v4l2loopback.git</a:t>
            </a:r>
            <a:endParaRPr lang="en-US" altLang="zh-CN"/>
          </a:p>
          <a:p>
            <a:pPr lvl="2"/>
            <a:r>
              <a:rPr lang="en-US" altLang="zh-CN"/>
              <a:t>make &amp;&amp; sudo make install</a:t>
            </a:r>
            <a:endParaRPr lang="en-US" altLang="zh-CN" sz="1800"/>
          </a:p>
          <a:p>
            <a:pPr lvl="2"/>
            <a:r>
              <a:rPr lang="en-US" altLang="zh-CN" sz="1800"/>
              <a:t>sudo depmod -a</a:t>
            </a:r>
            <a:endParaRPr lang="en-US" altLang="zh-CN"/>
          </a:p>
          <a:p>
            <a:pPr lvl="1"/>
            <a:r>
              <a:rPr lang="en-US" altLang="zh-CN"/>
              <a:t>gphoto2 autofocusdrive=1 --capture-movie --stdout | ffmpeg -i - -vcodec rawvideo -pix_fmt yuv420p -threads 0 -f v4l2 /dev/video0 -hide_banner -loglevel warning -nostats</a:t>
            </a:r>
            <a:endParaRPr lang="en-US" altLang="zh-CN"/>
          </a:p>
          <a:p>
            <a:r>
              <a:rPr lang="en-US" altLang="zh-CN"/>
              <a:t>Solution 2</a:t>
            </a:r>
            <a:endParaRPr lang="en-US" altLang="zh-CN"/>
          </a:p>
          <a:p>
            <a:pPr lvl="1"/>
            <a:r>
              <a:rPr lang="en-US" altLang="zh-CN"/>
              <a:t>gphoto2 --get-config liveviewsize</a:t>
            </a:r>
            <a:endParaRPr lang="en-US" altLang="zh-CN"/>
          </a:p>
          <a:p>
            <a:pPr lvl="1"/>
            <a:r>
              <a:rPr lang="en-US" altLang="zh-CN"/>
              <a:t>https://github.com/weebney/webcamize</a:t>
            </a:r>
            <a:endParaRPr lang="en-US" altLang="zh-CN"/>
          </a:p>
          <a:p>
            <a:pPr lvl="2"/>
            <a:r>
              <a:rPr lang="en-US" altLang="zh-CN"/>
              <a:t>source webcamize</a:t>
            </a:r>
            <a:endParaRPr lang="en-US" altLang="zh-CN"/>
          </a:p>
          <a:p>
            <a:pPr lvl="1"/>
            <a:r>
              <a:rPr lang="en-US" altLang="zh-CN"/>
              <a:t>open /dev/video0 for video</a:t>
            </a:r>
            <a:endParaRPr lang="en-US" altLang="zh-CN"/>
          </a:p>
          <a:p>
            <a:pPr lvl="2"/>
            <a:r>
              <a:rPr lang="en-US" altLang="zh-CN"/>
              <a:t>ffmpeg -i /dev/video0 -ss 00:00:05 -vframes 1 output.jpg</a:t>
            </a:r>
            <a:endParaRPr lang="en-US" altLang="zh-CN"/>
          </a:p>
          <a:p>
            <a:pPr lvl="2"/>
            <a:r>
              <a:rPr lang="en-US" altLang="zh-CN"/>
              <a:t>fswebcam output.jpg</a:t>
            </a:r>
            <a:endParaRPr lang="en-US" altLang="zh-CN"/>
          </a:p>
          <a:p>
            <a:pPr lvl="0"/>
            <a:r>
              <a:rPr lang="en-US" altLang="zh-CN"/>
              <a:t>Solution 3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gphoto2 --capture-movie --stdout | ffmpeg -re -i pipe:0 -listen 1 -f mjpeg http://</a:t>
            </a:r>
            <a:r>
              <a:rPr lang="en-US" altLang="zh-CN">
                <a:sym typeface="+mn-ea"/>
              </a:rPr>
              <a:t>0.0.0.0</a:t>
            </a:r>
            <a:r>
              <a:rPr lang="zh-CN" altLang="en-US">
                <a:sym typeface="+mn-ea"/>
              </a:rPr>
              <a:t>:8080/feed.</a:t>
            </a:r>
            <a:r>
              <a:rPr lang="en-US" altLang="zh-CN">
                <a:sym typeface="+mn-ea"/>
              </a:rPr>
              <a:t>m</a:t>
            </a:r>
            <a:r>
              <a:rPr lang="zh-CN" altLang="en-US">
                <a:sym typeface="+mn-ea"/>
              </a:rPr>
              <a:t>jpg</a:t>
            </a:r>
            <a:endParaRPr lang="zh-CN" altLang="en-US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960x640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open </a:t>
            </a:r>
            <a:r>
              <a:rPr lang="zh-CN" altLang="en-US">
                <a:sym typeface="+mn-ea"/>
              </a:rPr>
              <a:t>http://</a:t>
            </a:r>
            <a:r>
              <a:rPr lang="en-US" altLang="zh-CN">
                <a:sym typeface="+mn-ea"/>
              </a:rPr>
              <a:t>raspberrypi.local</a:t>
            </a:r>
            <a:r>
              <a:rPr lang="zh-CN" altLang="en-US">
                <a:sym typeface="+mn-ea"/>
              </a:rPr>
              <a:t>:8080/feed.</a:t>
            </a:r>
            <a:r>
              <a:rPr lang="en-US" altLang="zh-CN">
                <a:sym typeface="+mn-ea"/>
              </a:rPr>
              <a:t>m</a:t>
            </a:r>
            <a:r>
              <a:rPr lang="zh-CN" altLang="en-US">
                <a:sym typeface="+mn-ea"/>
              </a:rPr>
              <a:t>jpg</a:t>
            </a:r>
            <a:r>
              <a:rPr lang="en-US" altLang="zh-CN">
                <a:sym typeface="+mn-ea"/>
              </a:rPr>
              <a:t> stream in VLC media player</a:t>
            </a:r>
            <a:endParaRPr lang="en-US" altLang="zh-CN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USB</a:t>
            </a:r>
            <a:r>
              <a:rPr lang="zh-CN" altLang="en-US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Set up printer</a:t>
            </a:r>
            <a:endParaRPr lang="en-US" altLang="zh-CN"/>
          </a:p>
          <a:p>
            <a:pPr lvl="1"/>
            <a:r>
              <a:rPr lang="en-US" altLang="zh-CN"/>
              <a:t>Execute aiphotobooth/system/printer/setup.py</a:t>
            </a:r>
            <a:endParaRPr lang="en-US" altLang="zh-CN"/>
          </a:p>
          <a:p>
            <a:r>
              <a:rPr lang="en-US" altLang="zh-CN"/>
              <a:t>Add printer</a:t>
            </a:r>
            <a:endParaRPr lang="en-US" altLang="zh-CN"/>
          </a:p>
          <a:p>
            <a:pPr lvl="1"/>
            <a:r>
              <a:rPr lang="en-US" altLang="zh-CN"/>
              <a:t>open “localhost:631” in browser</a:t>
            </a:r>
            <a:endParaRPr lang="en-US" altLang="zh-CN"/>
          </a:p>
          <a:p>
            <a:pPr lvl="1"/>
            <a:r>
              <a:rPr lang="en-US" altLang="zh-CN"/>
              <a:t>add CP1500 printer</a:t>
            </a:r>
            <a:endParaRPr lang="en-US" altLang="zh-CN"/>
          </a:p>
          <a:p>
            <a:pPr lvl="1"/>
            <a:r>
              <a:rPr lang="en-US" altLang="zh-CN"/>
              <a:t>in “Print Setting”, set CP1500 as system default printer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WiFi</a:t>
            </a:r>
            <a:r>
              <a:rPr lang="zh-CN" altLang="en-US"/>
              <a:t>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65370" cy="5046980"/>
          </a:xfrm>
        </p:spPr>
        <p:txBody>
          <a:bodyPr>
            <a:normAutofit fontScale="80000"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665"/>
              <a:t>https://www.voss.earth/2018/08/31/kurztipp-canon-selphy-wlan-drucker-cp910-oder-cp1300-unter-linux-cups-verwenden/</a:t>
            </a:r>
            <a:endParaRPr lang="en-US" altLang="zh-CN" sz="1665"/>
          </a:p>
          <a:p>
            <a:r>
              <a:rPr lang="en-US" altLang="zh-CN" sz="2000"/>
              <a:t>CP1500</a:t>
            </a:r>
            <a:endParaRPr lang="en-US" altLang="zh-CN" sz="2000"/>
          </a:p>
          <a:p>
            <a:pPr lvl="1"/>
            <a:r>
              <a:rPr lang="en-US" altLang="zh-CN" sz="1800">
                <a:solidFill>
                  <a:schemeClr val="bg1">
                    <a:lumMod val="65000"/>
                  </a:schemeClr>
                </a:solidFill>
              </a:rPr>
              <a:t>sudo apt install cups</a:t>
            </a:r>
            <a:endParaRPr lang="en-US" altLang="zh-CN" sz="180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altLang="zh-CN" sz="1800"/>
              <a:t>sudo usermod -a -G lpadmin pi</a:t>
            </a:r>
            <a:endParaRPr lang="en-US" altLang="zh-CN" sz="1800"/>
          </a:p>
          <a:p>
            <a:pPr lvl="1"/>
            <a:r>
              <a:rPr lang="en-US" altLang="zh-CN" sz="1800"/>
              <a:t>sudo </a:t>
            </a:r>
            <a:r>
              <a:rPr lang="zh-CN" altLang="en-US" sz="1800"/>
              <a:t>cupsctl</a:t>
            </a:r>
            <a:r>
              <a:rPr lang="en-US" altLang="zh-CN" sz="1800"/>
              <a:t> </a:t>
            </a:r>
            <a:r>
              <a:rPr lang="zh-CN" altLang="en-US" sz="1800">
                <a:sym typeface="+mn-ea"/>
              </a:rPr>
              <a:t>--debug-logging</a:t>
            </a:r>
            <a:r>
              <a:rPr lang="zh-CN" altLang="en-US" sz="1800"/>
              <a:t> --remote-admin --remote-any --share-printers</a:t>
            </a:r>
            <a:endParaRPr lang="zh-CN" altLang="en-US" sz="1800"/>
          </a:p>
          <a:p>
            <a:pPr lvl="1"/>
            <a:r>
              <a:rPr lang="en-US" altLang="zh-CN" sz="1800"/>
              <a:t>sudo service cups restart</a:t>
            </a:r>
            <a:endParaRPr lang="en-US" altLang="zh-CN" sz="1800"/>
          </a:p>
          <a:p>
            <a:pPr lvl="1"/>
            <a:r>
              <a:rPr lang="en-US" altLang="zh-CN" sz="1800"/>
              <a:t>open http://{ip_address}:631/</a:t>
            </a:r>
            <a:endParaRPr lang="en-US" altLang="zh-CN" sz="1800"/>
          </a:p>
          <a:p>
            <a:pPr lvl="2"/>
            <a:r>
              <a:rPr lang="en-US" altLang="zh-CN" sz="1600"/>
              <a:t>e.g. http://192.168.55.69:631/</a:t>
            </a:r>
            <a:endParaRPr lang="en-US" altLang="zh-CN" sz="1600"/>
          </a:p>
          <a:p>
            <a:pPr lvl="1"/>
            <a:r>
              <a:rPr lang="en-US" altLang="zh-CN" sz="1800"/>
              <a:t>open “Administration” page. Click “Add printer”, using </a:t>
            </a:r>
            <a:r>
              <a:rPr lang="en-US" altLang="zh-CN" sz="1800" b="1"/>
              <a:t>Canon_SELPHY_CP1300.ppd</a:t>
            </a:r>
            <a:endParaRPr lang="en-US" altLang="zh-CN" sz="1800"/>
          </a:p>
          <a:p>
            <a:pPr lvl="1"/>
            <a:r>
              <a:rPr lang="en-US" altLang="zh-CN" sz="1800"/>
              <a:t>input device username and password</a:t>
            </a:r>
            <a:endParaRPr lang="en-US" altLang="zh-CN" sz="1800"/>
          </a:p>
          <a:p>
            <a:pPr lvl="1"/>
            <a:r>
              <a:rPr lang="en-US" altLang="zh-CN" sz="1800"/>
              <a:t>sudo lpstat -p</a:t>
            </a:r>
            <a:endParaRPr lang="en-US" altLang="zh-CN" sz="1800"/>
          </a:p>
          <a:p>
            <a:pPr lvl="1"/>
            <a:r>
              <a:rPr lang="en-US" altLang="zh-CN" sz="1800"/>
              <a:t>sudo lpoptions</a:t>
            </a:r>
            <a:endParaRPr lang="en-US" altLang="zh-CN" sz="1800"/>
          </a:p>
          <a:p>
            <a:pPr lvl="1"/>
            <a:r>
              <a:rPr lang="en-US" altLang="zh-CN" sz="1800"/>
              <a:t>lp HuGe.pdf	// print</a:t>
            </a:r>
            <a:endParaRPr lang="en-US" altLang="zh-CN" sz="1800"/>
          </a:p>
          <a:p>
            <a:pPr lvl="1"/>
            <a:endParaRPr lang="en-US" altLang="zh-CN" sz="1800"/>
          </a:p>
          <a:p>
            <a:pPr lvl="1"/>
            <a:r>
              <a:rPr lang="en-US" altLang="zh-CN" sz="1800"/>
              <a:t>sudo apt install imagemagick cups-client</a:t>
            </a:r>
            <a:endParaRPr lang="en-US" altLang="zh-CN" sz="1800"/>
          </a:p>
          <a:p>
            <a:pPr lvl="1"/>
            <a:endParaRPr lang="en-US" altLang="zh-CN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0460" y="182880"/>
            <a:ext cx="3789045" cy="2152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755" y="2505710"/>
            <a:ext cx="3789045" cy="2235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87845" y="4807585"/>
            <a:ext cx="4844415" cy="18980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Electron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54345" cy="5095240"/>
          </a:xfrm>
        </p:spPr>
        <p:txBody>
          <a:bodyPr>
            <a:noAutofit/>
          </a:bodyPr>
          <a:p>
            <a:r>
              <a:rPr lang="en-US" altLang="zh-CN" sz="1400"/>
              <a:t>References</a:t>
            </a:r>
            <a:endParaRPr lang="en-US" altLang="zh-CN" sz="1400"/>
          </a:p>
          <a:p>
            <a:pPr lvl="1"/>
            <a:r>
              <a:rPr lang="en-US" altLang="zh-CN" sz="1200"/>
              <a:t>https://azukidigital.com/blog/2019/electron-application-on-raspberry-pi/</a:t>
            </a:r>
            <a:endParaRPr lang="en-US" altLang="zh-CN" sz="1200"/>
          </a:p>
          <a:p>
            <a:r>
              <a:rPr lang="en-US" altLang="zh-CN" sz="1400"/>
              <a:t>Node</a:t>
            </a:r>
            <a:endParaRPr lang="en-US" altLang="zh-CN" sz="1400"/>
          </a:p>
          <a:p>
            <a:pPr lvl="1"/>
            <a:r>
              <a:rPr lang="en-US" altLang="zh-CN" sz="1200"/>
              <a:t>copy node-v16.20.2-linux-arm64.tar.xz to device</a:t>
            </a:r>
            <a:endParaRPr lang="en-US" altLang="zh-CN" sz="1200"/>
          </a:p>
          <a:p>
            <a:pPr lvl="1"/>
            <a:r>
              <a:rPr lang="en-US" altLang="zh-CN" sz="1200"/>
              <a:t>sudo tar zxvf node-v16.20.2-linux-arm64.tgz -C /usr/local/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npm config set registry </a:t>
            </a:r>
            <a:r>
              <a:rPr lang="en-US" altLang="zh-CN" sz="1200">
                <a:sym typeface="+mn-ea"/>
              </a:rPr>
              <a:t>http://registry.npm.taobao.org/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.npmrc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ELECTRON_MIRROR="https://npmmirror.com/mirrors/electron/"</a:t>
            </a:r>
            <a:endParaRPr lang="en-US" altLang="zh-CN" sz="1200">
              <a:sym typeface="+mn-ea"/>
            </a:endParaRPr>
          </a:p>
          <a:p>
            <a:pPr lvl="0"/>
            <a:r>
              <a:rPr lang="en-US" altLang="zh-CN" sz="1400"/>
              <a:t>App</a:t>
            </a:r>
            <a:endParaRPr lang="en-US" altLang="zh-CN" sz="1400"/>
          </a:p>
          <a:p>
            <a:pPr lvl="1"/>
            <a:r>
              <a:rPr lang="en-US" altLang="zh-CN" sz="1200"/>
              <a:t>copy app source folder to device</a:t>
            </a:r>
            <a:endParaRPr lang="en-US" altLang="zh-CN" sz="1200"/>
          </a:p>
          <a:p>
            <a:pPr lvl="1"/>
            <a:r>
              <a:rPr lang="en-US" altLang="zh-CN" sz="1200"/>
              <a:t>cd app/src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npm i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npm run dev</a:t>
            </a:r>
            <a:endParaRPr lang="en-US" altLang="zh-CN" sz="1200">
              <a:sym typeface="+mn-ea"/>
            </a:endParaRPr>
          </a:p>
          <a:p>
            <a:pPr lvl="0"/>
            <a:r>
              <a:rPr lang="en-US" altLang="zh-CN" sz="1400">
                <a:sym typeface="+mn-ea"/>
              </a:rPr>
              <a:t>printer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https://github.com/tojocky/node-printer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npm install printer --legacy-peer-deps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sudo npm i -g node-gyp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sudo apt install -y libcups2-dev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npm i -D electron-rebuild</a:t>
            </a:r>
            <a:endParaRPr lang="en-US" altLang="zh-CN" sz="1200"/>
          </a:p>
          <a:p>
            <a:pPr lvl="1"/>
            <a:r>
              <a:rPr lang="en-US" altLang="zh-CN" sz="1200">
                <a:sym typeface="+mn-ea"/>
              </a:rPr>
              <a:t>cd node_modules/printer &amp;&amp; node-gyp rebuild --arch=arm64 &amp;&amp; cd ../..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200">
                <a:sym typeface="+mn-ea"/>
              </a:rPr>
              <a:t>node_modules/.bin/electron-rebuild</a:t>
            </a:r>
            <a:endParaRPr lang="en-US" altLang="zh-CN" sz="1000">
              <a:sym typeface="+mn-ea"/>
            </a:endParaRPr>
          </a:p>
          <a:p>
            <a:pPr lvl="0"/>
            <a:endParaRPr lang="en-US" altLang="zh-CN" sz="100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79540" y="1211580"/>
            <a:ext cx="5554345" cy="50952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800">
                <a:sym typeface="+mn-ea"/>
              </a:rPr>
              <a:t>Camera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https://github.com/lwille/node-gphoto2</a:t>
            </a:r>
            <a:endParaRPr lang="en-US" altLang="zh-CN" sz="1600">
              <a:sym typeface="+mn-ea"/>
            </a:endParaRPr>
          </a:p>
          <a:p>
            <a:pPr lvl="0"/>
            <a:r>
              <a:rPr lang="en-US" altLang="zh-CN" sz="1800">
                <a:sym typeface="+mn-ea"/>
              </a:rPr>
              <a:t>Create installer</a:t>
            </a:r>
            <a:endParaRPr lang="en-US" altLang="zh-CN" sz="1800"/>
          </a:p>
          <a:p>
            <a:pPr lvl="1"/>
            <a:r>
              <a:rPr lang="en-US" altLang="zh-CN" sz="1600">
                <a:sym typeface="+mn-ea"/>
              </a:rPr>
              <a:t>sudo npm i -g -S --verbose electron-installer-debian electron-packager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electron-packager . aipb --platform=linux --arch=arm64 --out=./release-builds --overwrite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node build-deb.js</a:t>
            </a:r>
            <a:endParaRPr lang="en-US" altLang="zh-CN" sz="1600"/>
          </a:p>
          <a:p>
            <a:pPr lvl="0"/>
            <a:endParaRPr lang="en-US" altLang="zh-CN" sz="16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MJpeg Streamer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895465" cy="4549140"/>
          </a:xfrm>
        </p:spPr>
        <p:txBody>
          <a:bodyPr>
            <a:normAutofit lnSpcReduction="20000"/>
          </a:bodyPr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sudo apt-get install build-essential libjpeg-dev imagemagick libv4l-dev cmake git -y</a:t>
            </a:r>
            <a:endParaRPr lang="en-US" altLang="zh-CN"/>
          </a:p>
          <a:p>
            <a:pPr lvl="1"/>
            <a:r>
              <a:rPr lang="en-US" altLang="zh-CN"/>
              <a:t>git clone https://github.com/jacksonliam/mjpg-streamer.git</a:t>
            </a:r>
            <a:endParaRPr lang="en-US" altLang="zh-CN"/>
          </a:p>
          <a:p>
            <a:pPr lvl="1"/>
            <a:r>
              <a:rPr lang="en-US" altLang="zh-CN"/>
              <a:t>cd mjpg-streamer/mjpg-streamer-experimental</a:t>
            </a:r>
            <a:endParaRPr lang="en-US" altLang="zh-CN"/>
          </a:p>
          <a:p>
            <a:pPr lvl="1"/>
            <a:r>
              <a:rPr lang="en-US" altLang="zh-CN"/>
              <a:t>make</a:t>
            </a:r>
            <a:endParaRPr lang="en-US" altLang="zh-CN"/>
          </a:p>
          <a:p>
            <a:pPr lvl="1"/>
            <a:r>
              <a:rPr lang="en-US" altLang="zh-CN"/>
              <a:t>sudo make install</a:t>
            </a:r>
            <a:endParaRPr lang="en-US" altLang="zh-CN"/>
          </a:p>
          <a:p>
            <a:pPr lvl="0"/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/usr/local/bin/mjpg_streamer -i "input_uvc.so -f 15 -r 640x480" -o "output_http.so -w /usr/local/share/mjpg-streamer/www"</a:t>
            </a:r>
            <a:endParaRPr lang="en-US" altLang="zh-CN"/>
          </a:p>
          <a:p>
            <a:pPr lvl="1"/>
            <a:r>
              <a:rPr lang="en-US" altLang="zh-CN"/>
              <a:t>http://raspberrypi.local:8080/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EOS R100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039610" cy="4549140"/>
          </a:xfrm>
        </p:spPr>
        <p:txBody>
          <a:bodyPr/>
          <a:p>
            <a:pPr lvl="0"/>
            <a:r>
              <a:rPr lang="en-US" altLang="zh-CN" sz="1800">
                <a:sym typeface="+mn-ea"/>
              </a:rPr>
              <a:t>CCAPI (Camera Control API)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https://developercommunity.usa.canon.com/s/article/Introduction-to-Camera-Control-API-CCAPI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RESTful API that will allow users to control compatible Canon cameras via HTTP commands. This allows user to control compatible cameras from almost any OS out there via WiFi.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Introduced in 2022</a:t>
            </a:r>
            <a:endParaRPr lang="en-US" altLang="zh-CN" sz="1800"/>
          </a:p>
          <a:p>
            <a:pPr lvl="0"/>
            <a:r>
              <a:rPr lang="en-US" altLang="zh-CN" sz="1800">
                <a:sym typeface="+mn-ea"/>
              </a:rPr>
              <a:t>EDSDK wrapper for Node.js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https://github.com/dimensional-de/napi-canon-cameras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https://github.com/intradeus/edsdk-wrapper-nodejs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https://github.com/lwille/node-gphoto2</a:t>
            </a:r>
            <a:endParaRPr lang="en-US" altLang="zh-CN" sz="1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Remote Desktop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061710" cy="4549140"/>
          </a:xfrm>
        </p:spPr>
        <p:txBody>
          <a:bodyPr/>
          <a:p>
            <a:pPr lvl="0"/>
            <a:r>
              <a:rPr lang="en-US" altLang="zh-CN">
                <a:sym typeface="+mn-ea"/>
              </a:rPr>
              <a:t>references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https://raspberrytips.com/remote-desktop-raspberry-p</a:t>
            </a:r>
            <a:endParaRPr lang="en-US" altLang="zh-CN"/>
          </a:p>
          <a:p>
            <a:pPr lvl="0"/>
            <a:r>
              <a:rPr lang="en-US" altLang="zh-CN">
                <a:sym typeface="+mn-ea"/>
              </a:rPr>
              <a:t>steps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sudo apt-get install xrdp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sudo service xrdp start</a:t>
            </a:r>
            <a:endParaRPr lang="en-US" altLang="zh-CN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General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77000" cy="4996180"/>
          </a:xfrm>
        </p:spPr>
        <p:txBody>
          <a:bodyPr>
            <a:noAutofit/>
          </a:bodyPr>
          <a:p>
            <a:pPr lvl="0"/>
            <a:r>
              <a:rPr lang="en-US" altLang="zh-CN" sz="1600">
                <a:sym typeface="+mn-ea"/>
              </a:rPr>
              <a:t>References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https://www.baeldung.com/linux/cups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https://www.linuxscrew.com/raspberry-pi-wireless-printer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https://openprinting.github.io/cups/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https://www.howtogeek.com/169679/how-to-add-a-printer-to-your-raspberry-pi-or-other-linux-computer/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https://projects-raspberry.com/how-to-make-your-own-wireless-printer-with-a-raspberry-pi/</a:t>
            </a:r>
            <a:endParaRPr lang="en-US" altLang="zh-CN" sz="1400">
              <a:sym typeface="+mn-ea"/>
            </a:endParaRPr>
          </a:p>
          <a:p>
            <a:pPr lvl="0"/>
            <a:r>
              <a:rPr lang="en-US" altLang="zh-CN" sz="1600">
                <a:sym typeface="+mn-ea"/>
              </a:rPr>
              <a:t>Set up</a:t>
            </a:r>
            <a:endParaRPr lang="en-US" altLang="zh-CN" sz="1600"/>
          </a:p>
          <a:p>
            <a:pPr lvl="1"/>
            <a:r>
              <a:rPr lang="en-US" altLang="zh-CN" sz="1400">
                <a:sym typeface="+mn-ea"/>
              </a:rPr>
              <a:t>sudo apt install cups cups-client printer-driver-all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sudo usermod -a -G lpadmin {user}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sudo cupsctl --remote-any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sudo /etc/init.d/cups restart</a:t>
            </a:r>
            <a:endParaRPr lang="en-US" altLang="zh-CN" sz="14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sudo lsusb # check for USB printer</a:t>
            </a:r>
            <a:endParaRPr lang="en-US" altLang="zh-CN" sz="1400"/>
          </a:p>
          <a:p>
            <a:pPr lvl="1"/>
            <a:r>
              <a:rPr lang="en-US" altLang="zh-CN" sz="1400"/>
              <a:t>add printer</a:t>
            </a:r>
            <a:endParaRPr lang="en-US" altLang="zh-CN" sz="1400"/>
          </a:p>
          <a:p>
            <a:pPr lvl="2"/>
            <a:r>
              <a:rPr lang="en-US" altLang="zh-CN" sz="1400"/>
              <a:t>open http://[the Pi's IP or hostname]:631 in browser to access CUPS portal (http://raspberrypi.local:631/)</a:t>
            </a:r>
            <a:endParaRPr lang="en-US" altLang="zh-CN" sz="1400"/>
          </a:p>
          <a:p>
            <a:pPr lvl="2"/>
            <a:r>
              <a:rPr lang="en-US" altLang="zh-CN" sz="1200"/>
              <a:t>click “Administration” tab, click “Add Printer” button</a:t>
            </a:r>
            <a:endParaRPr lang="en-US" altLang="zh-CN" sz="1200"/>
          </a:p>
          <a:p>
            <a:pPr lvl="1"/>
            <a:r>
              <a:rPr lang="en-US" altLang="zh-CN" sz="1400">
                <a:sym typeface="+mn-ea"/>
              </a:rPr>
              <a:t>sudo lpstat -p		// check printer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sudo lp -d {printername} road.jpg</a:t>
            </a:r>
            <a:endParaRPr lang="en-US" altLang="zh-CN" sz="1400"/>
          </a:p>
          <a:p>
            <a:pPr lvl="1"/>
            <a:endParaRPr lang="en-US" altLang="zh-CN" sz="1400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6433820" y="3283585"/>
            <a:ext cx="5197475" cy="2629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1400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12430" y="2178685"/>
            <a:ext cx="3420745" cy="19519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955" y="3985895"/>
            <a:ext cx="3411220" cy="25863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85" y="0"/>
            <a:ext cx="4857115" cy="24441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Protocols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702175" cy="4549140"/>
          </a:xfrm>
        </p:spPr>
        <p:txBody>
          <a:bodyPr>
            <a:normAutofit lnSpcReduction="20000"/>
          </a:bodyPr>
          <a:p>
            <a:r>
              <a:rPr lang="en-US" altLang="zh-CN" sz="2000">
                <a:sym typeface="+mn-ea"/>
              </a:rPr>
              <a:t>CUPS (Common Unix Printing Standard)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uses IPP (Internet Printing Protocol) to manage local and network printers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https://openprinting.github.io/cups/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https://openprinting.github.io/cups/doc/admin.html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provides the System V ("lp") and Berkeley ("lpr") command-line interfaces, a configurable web interface, a C API, and common print filters, drivers, and backends for printing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http://localhost:631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/etc/cups/cupsd.conf</a:t>
            </a:r>
            <a:endParaRPr lang="en-US" altLang="zh-CN" sz="1800">
              <a:sym typeface="+mn-ea"/>
            </a:endParaRPr>
          </a:p>
          <a:p>
            <a:r>
              <a:rPr lang="en-US" altLang="zh-CN" sz="2000">
                <a:sym typeface="+mn-ea"/>
              </a:rPr>
              <a:t>IPP (Internet Printing Protocol)</a:t>
            </a:r>
            <a:endParaRPr lang="zh-CN" altLang="en-US" sz="2000"/>
          </a:p>
          <a:p>
            <a:pPr lvl="1"/>
            <a:r>
              <a:rPr lang="en-US" altLang="zh-CN" sz="1800"/>
              <a:t>sudo ippfind</a:t>
            </a:r>
            <a:endParaRPr lang="en-US" altLang="zh-CN" sz="180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821045" y="1154430"/>
          <a:ext cx="592201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130"/>
                <a:gridCol w="2976880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Commnad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Meaning</a:t>
                      </a:r>
                      <a:endParaRPr lang="en-US" altLang="zh-CN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lpinfo -m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List available print drivers</a:t>
                      </a:r>
                      <a:endParaRPr lang="en-US" altLang="zh-CN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lpinfo -v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List available printers</a:t>
                      </a:r>
                      <a:endParaRPr lang="en-US" altLang="zh-CN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lpstat -p -d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List printer status</a:t>
                      </a:r>
                      <a:endParaRPr lang="en-US" altLang="zh-CN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lpoptions -d {printer_name}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List printer options</a:t>
                      </a:r>
                      <a:endParaRPr lang="en-US" altLang="zh-CN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lpoptions -d {printer_name}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Set default printer</a:t>
                      </a:r>
                      <a:endParaRPr lang="en-US" altLang="zh-CN" sz="1400"/>
                    </a:p>
                  </a:txBody>
                  <a:tcPr/>
                </a:tc>
              </a:tr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lp {filename}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-d {printer_name}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-o media=A4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-o resolution=600dpi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-o raw</a:t>
                      </a:r>
                      <a:endParaRPr lang="en-US" altLang="zh-CN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-o landscape</a:t>
                      </a:r>
                      <a:endParaRPr lang="en-US" altLang="zh-CN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-o fit-to-page</a:t>
                      </a:r>
                      <a:endParaRPr lang="en-US" altLang="zh-CN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-n {num-copies}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print file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endParaRPr lang="en-US" altLang="zh-CN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cupsctl --debug-logging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cupsctl --no-debug-logging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Gutenprint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8435" cy="5276850"/>
          </a:xfrm>
        </p:spPr>
        <p:txBody>
          <a:bodyPr>
            <a:normAutofit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800"/>
              <a:t>https://github.com/apple/cups/issues/6120</a:t>
            </a:r>
            <a:endParaRPr lang="en-US" altLang="zh-CN" sz="1800"/>
          </a:p>
          <a:p>
            <a:pPr lvl="1"/>
            <a:r>
              <a:rPr lang="en-US" altLang="zh-CN" sz="1800"/>
              <a:t>https://github.com/OpenPrinting/ipp-usb/issues/73</a:t>
            </a:r>
            <a:endParaRPr lang="en-US" altLang="zh-CN" sz="1800"/>
          </a:p>
          <a:p>
            <a:pPr lvl="1"/>
            <a:r>
              <a:rPr lang="en-US" altLang="zh-CN" sz="1800"/>
              <a:t>https://forums.linuxmint.com/viewtopic.php?t=391775</a:t>
            </a:r>
            <a:endParaRPr lang="en-US" altLang="zh-CN" sz="1800"/>
          </a:p>
          <a:p>
            <a:pPr lvl="0" algn="l">
              <a:buClrTx/>
              <a:buSzTx/>
            </a:pPr>
            <a:r>
              <a:rPr lang="en-US" altLang="zh-CN" sz="2000">
                <a:sym typeface="+mn-ea"/>
              </a:rPr>
              <a:t>Gutenprint</a:t>
            </a:r>
            <a:endParaRPr lang="en-US" altLang="zh-CN" sz="2000">
              <a:sym typeface="+mn-ea"/>
            </a:endParaRPr>
          </a:p>
          <a:p>
            <a:pPr lvl="1" algn="l">
              <a:buClrTx/>
              <a:buSzTx/>
            </a:pPr>
            <a:r>
              <a:rPr lang="en-US" altLang="zh-CN" sz="1800">
                <a:sym typeface="+mn-ea"/>
              </a:rPr>
              <a:t>https://www.peachyphotos.com/blog/stories/building-modern-gutenprint/</a:t>
            </a:r>
            <a:endParaRPr lang="en-US" altLang="zh-CN" sz="1800">
              <a:sym typeface="+mn-ea"/>
            </a:endParaRPr>
          </a:p>
          <a:p>
            <a:pPr lvl="1" algn="l">
              <a:buClrTx/>
              <a:buSzTx/>
            </a:pPr>
            <a:r>
              <a:rPr lang="en-US" altLang="zh-CN" sz="1800">
                <a:sym typeface="+mn-ea"/>
              </a:rPr>
              <a:t>cups v2.4.2</a:t>
            </a:r>
            <a:endParaRPr lang="en-US" altLang="zh-CN" sz="1800">
              <a:sym typeface="+mn-ea"/>
            </a:endParaRPr>
          </a:p>
          <a:p>
            <a:pPr lvl="1" algn="l">
              <a:buClrTx/>
              <a:buSzTx/>
            </a:pPr>
            <a:r>
              <a:rPr lang="en-US" altLang="zh-CN" sz="1800">
                <a:sym typeface="+mn-ea"/>
              </a:rPr>
              <a:t>Gutenprint v5.3.4</a:t>
            </a:r>
            <a:endParaRPr lang="en-US" altLang="zh-CN" sz="180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49670" y="1211580"/>
            <a:ext cx="5258435" cy="5076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endParaRPr lang="en-US" altLang="zh-CN" sz="1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IPP-over-USB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19445" cy="5170170"/>
          </a:xfrm>
        </p:spPr>
        <p:txBody>
          <a:bodyPr>
            <a:noAutofit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600"/>
              <a:t>https://github.com/OpenPrinting/ipp-usb</a:t>
            </a:r>
            <a:endParaRPr lang="en-US" altLang="zh-CN" sz="1600"/>
          </a:p>
          <a:p>
            <a:pPr lvl="1"/>
            <a:r>
              <a:rPr lang="en-US" altLang="zh-CN" sz="1600"/>
              <a:t>https://github.com/OpenPrinting/ipp-usb/issues/73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https://wiki.debian.org/CUPSDriverlessPrinting#IPP-over-USB:_The_Basics</a:t>
            </a:r>
            <a:endParaRPr lang="en-US" altLang="zh-CN" sz="1600"/>
          </a:p>
          <a:p>
            <a:pPr lvl="0"/>
            <a:r>
              <a:rPr lang="en-US" altLang="zh-CN" sz="1600"/>
              <a:t>Intro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A USB connected printer is seen as a network printer when IPP-over-USB is used.</a:t>
            </a:r>
            <a:endParaRPr lang="en-US" altLang="zh-CN" sz="1600"/>
          </a:p>
          <a:p>
            <a:pPr lvl="0"/>
            <a:r>
              <a:rPr lang="en-US" altLang="zh-CN" sz="1600"/>
              <a:t>Install</a:t>
            </a:r>
            <a:endParaRPr lang="en-US" altLang="zh-CN" sz="1600"/>
          </a:p>
          <a:p>
            <a:pPr lvl="1"/>
            <a:r>
              <a:rPr lang="en-US" altLang="zh-CN" sz="1400"/>
              <a:t>sudo apt install snapd</a:t>
            </a:r>
            <a:endParaRPr lang="en-US" altLang="zh-CN" sz="1400"/>
          </a:p>
          <a:p>
            <a:pPr lvl="1"/>
            <a:r>
              <a:rPr lang="en-US" altLang="zh-CN" sz="1400"/>
              <a:t>snap --version</a:t>
            </a:r>
            <a:endParaRPr lang="en-US" altLang="zh-CN" sz="1400"/>
          </a:p>
          <a:p>
            <a:pPr lvl="1"/>
            <a:r>
              <a:rPr lang="en-US" altLang="zh-CN" sz="1400"/>
              <a:t>sudo snap install --edge ipp-usb</a:t>
            </a:r>
            <a:endParaRPr lang="en-US" altLang="zh-CN" sz="1400"/>
          </a:p>
          <a:p>
            <a:pPr lvl="1"/>
            <a:r>
              <a:rPr lang="en-US" altLang="zh-CN" sz="1400"/>
              <a:t>restart Pi</a:t>
            </a:r>
            <a:endParaRPr lang="en-US" altLang="zh-CN" sz="1400"/>
          </a:p>
          <a:p>
            <a:pPr lvl="1"/>
            <a:r>
              <a:rPr lang="en-US" altLang="zh-CN" sz="1400"/>
              <a:t>ipp-usb status</a:t>
            </a:r>
            <a:endParaRPr lang="en-US" altLang="zh-CN" sz="1400"/>
          </a:p>
          <a:p>
            <a:pPr lvl="1"/>
            <a:r>
              <a:rPr lang="en-US" altLang="zh-CN" sz="1400"/>
              <a:t>ipp-usb check // potentially supported USB devices</a:t>
            </a:r>
            <a:endParaRPr lang="en-US" altLang="zh-CN" sz="1400"/>
          </a:p>
          <a:p>
            <a:pPr lvl="1"/>
            <a:r>
              <a:rPr lang="en-US" altLang="zh-CN" sz="1400"/>
              <a:t>/var/log/ipp-usb/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files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/etc/ipp-usb/ipp-usb.conf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/var/log/ipp-usb/</a:t>
            </a:r>
            <a:endParaRPr lang="en-US" altLang="zh-CN" sz="12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8280" y="914400"/>
            <a:ext cx="5293995" cy="9315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655" y="3155315"/>
            <a:ext cx="3571875" cy="1858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090" y="2004060"/>
            <a:ext cx="5633085" cy="11512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</a:t>
            </a:r>
            <a:r>
              <a:rPr lang="en-US" altLang="zh-CN">
                <a:sym typeface="+mn-ea"/>
              </a:rPr>
              <a:t>IPP-over-USB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71920" cy="4549140"/>
          </a:xfrm>
        </p:spPr>
        <p:txBody>
          <a:bodyPr>
            <a:normAutofit fontScale="90000" lnSpcReduction="20000"/>
          </a:bodyPr>
          <a:p>
            <a:r>
              <a:rPr lang="en-US" altLang="zh-CN" sz="2000"/>
              <a:t>Build ipp-usb from source</a:t>
            </a:r>
            <a:endParaRPr lang="en-US" altLang="zh-CN" sz="2000"/>
          </a:p>
          <a:p>
            <a:pPr lvl="1"/>
            <a:r>
              <a:rPr lang="en-US" altLang="zh-CN" sz="1800"/>
              <a:t>git clone https://github.com/OpenPrinting/ipp-usb.git</a:t>
            </a:r>
            <a:endParaRPr lang="en-US" altLang="zh-CN" sz="1800"/>
          </a:p>
          <a:p>
            <a:pPr lvl="1"/>
            <a:r>
              <a:rPr lang="en-US" altLang="zh-CN" sz="1800"/>
              <a:t>sudo apt install golang</a:t>
            </a:r>
            <a:endParaRPr lang="en-US" altLang="zh-CN" sz="1800"/>
          </a:p>
          <a:p>
            <a:pPr lvl="1"/>
            <a:r>
              <a:rPr lang="en-US" altLang="zh-CN" sz="1800"/>
              <a:t>export GO111MODULE=on</a:t>
            </a:r>
            <a:endParaRPr lang="en-US" altLang="zh-CN" sz="1800"/>
          </a:p>
          <a:p>
            <a:pPr lvl="1"/>
            <a:r>
              <a:rPr lang="en-US" altLang="zh-CN" sz="1800"/>
              <a:t>export GOPROXY=https://goproxy.cn</a:t>
            </a:r>
            <a:endParaRPr lang="en-US" altLang="zh-CN" sz="1800"/>
          </a:p>
          <a:p>
            <a:pPr lvl="1"/>
            <a:r>
              <a:rPr lang="en-US" altLang="zh-CN" sz="1800"/>
              <a:t>sudo apt-get install libusb-1.0-0-dev libusb-dev libudev-dev libavahi-client-dev</a:t>
            </a:r>
            <a:endParaRPr lang="en-US" altLang="zh-CN" sz="1800"/>
          </a:p>
          <a:p>
            <a:pPr lvl="1"/>
            <a:r>
              <a:rPr lang="en-US" altLang="zh-CN" sz="1800"/>
              <a:t>sudo ldconfig</a:t>
            </a:r>
            <a:endParaRPr lang="en-US" altLang="zh-CN" sz="1800"/>
          </a:p>
          <a:p>
            <a:pPr lvl="1"/>
            <a:r>
              <a:rPr lang="en-US" altLang="zh-CN" sz="1800"/>
              <a:t>make</a:t>
            </a:r>
            <a:endParaRPr lang="en-US" altLang="zh-CN" sz="1800"/>
          </a:p>
          <a:p>
            <a:pPr lvl="1"/>
            <a:r>
              <a:rPr lang="en-US" altLang="zh-CN" sz="1800"/>
              <a:t>sudo make install</a:t>
            </a:r>
            <a:endParaRPr lang="en-US" altLang="zh-CN" sz="1800"/>
          </a:p>
          <a:p>
            <a:pPr lvl="0"/>
            <a:r>
              <a:rPr lang="en-US" altLang="zh-CN" sz="2000"/>
              <a:t>Commands</a:t>
            </a:r>
            <a:endParaRPr lang="en-US" altLang="zh-CN" sz="2000"/>
          </a:p>
          <a:p>
            <a:pPr lvl="1"/>
            <a:r>
              <a:rPr lang="en-US" altLang="zh-CN" sz="1800">
                <a:sym typeface="+mn-ea"/>
              </a:rPr>
              <a:t>systemctl list-units "ipp-usb*" | grep service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systemctl status ipp-usb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avahi-browse -rt _ipp._tcp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driverless	# get URI for printers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lpstat -l -e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ipp-usb status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ipp-usb check</a:t>
            </a:r>
            <a:endParaRPr lang="en-US" altLang="zh-CN" sz="1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Debug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58765" cy="5190490"/>
          </a:xfrm>
        </p:spPr>
        <p:txBody>
          <a:bodyPr>
            <a:normAutofit fontScale="70000"/>
          </a:bodyPr>
          <a:p>
            <a:pPr lvl="0"/>
            <a:r>
              <a:rPr lang="en-US" altLang="zh-CN" sz="2400">
                <a:sym typeface="+mn-ea"/>
              </a:rPr>
              <a:t>References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https://github.com/OpenPrinting/cups-filters/issues/492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https://github.com/echiu64/Gutenprint</a:t>
            </a:r>
            <a:endParaRPr lang="en-US" altLang="zh-CN" sz="2000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Debug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sudo lpinfo -m # list printer driver modules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edit /etc/cups/cups-files.conf</a:t>
            </a:r>
            <a:endParaRPr lang="en-US" altLang="zh-CN"/>
          </a:p>
          <a:p>
            <a:pPr lvl="2"/>
            <a:r>
              <a:rPr lang="en-US" altLang="zh-CN" sz="2000">
                <a:sym typeface="+mn-ea"/>
              </a:rPr>
              <a:t>change “FileDevice No” to “FileDevice Yes”</a:t>
            </a:r>
            <a:endParaRPr lang="en-US" altLang="zh-CN" sz="2000"/>
          </a:p>
          <a:p>
            <a:pPr lvl="1"/>
            <a:r>
              <a:rPr lang="en-US" altLang="zh-CN">
                <a:sym typeface="+mn-ea"/>
              </a:rPr>
              <a:t>dmesg # search for printer msg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sudo ll /dev/bus/usb/{bus_id}/{device_id_on_bus}	# get device ID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sudo lpstat -t # no destination means no printer configured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git clone https://github.com/echiu64/gutenprint.git</a:t>
            </a:r>
            <a:endParaRPr lang="en-US" altLang="zh-CN"/>
          </a:p>
          <a:p>
            <a:pPr lvl="2"/>
            <a:r>
              <a:rPr lang="en-US" altLang="zh-CN" sz="2000">
                <a:sym typeface="+mn-ea"/>
              </a:rPr>
              <a:t>autoreconf &amp;&amp; ./configure &amp;&amp; make &amp;&amp; make install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220">
                <a:sym typeface="+mn-ea"/>
              </a:rPr>
              <a:t>/var/log/cups/</a:t>
            </a:r>
            <a:endParaRPr lang="en-US" altLang="zh-CN" sz="2220">
              <a:sym typeface="+mn-ea"/>
            </a:endParaRPr>
          </a:p>
          <a:p>
            <a:pPr lvl="1"/>
            <a:r>
              <a:rPr lang="en-US" altLang="zh-CN" sz="2220">
                <a:sym typeface="+mn-ea"/>
              </a:rPr>
              <a:t>sudo lpoptions (default printer)</a:t>
            </a:r>
            <a:endParaRPr lang="en-US" altLang="zh-CN" sz="2220">
              <a:sym typeface="+mn-ea"/>
            </a:endParaRPr>
          </a:p>
          <a:p>
            <a:pPr lvl="1"/>
            <a:r>
              <a:rPr lang="en-US" altLang="zh-CN" sz="2220">
                <a:sym typeface="+mn-ea"/>
              </a:rPr>
              <a:t>sudo avahi-browse -rt _ipp._tcp</a:t>
            </a:r>
            <a:endParaRPr lang="en-US" altLang="zh-CN" sz="2220">
              <a:sym typeface="+mn-ea"/>
            </a:endParaRPr>
          </a:p>
          <a:p>
            <a:pPr lvl="1"/>
            <a:r>
              <a:rPr lang="en-US" altLang="zh-CN" sz="2220">
                <a:sym typeface="+mn-ea"/>
              </a:rPr>
              <a:t>sudo driverless</a:t>
            </a:r>
            <a:endParaRPr lang="en-US" altLang="zh-CN" sz="222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94730" y="457835"/>
            <a:ext cx="6097270" cy="12045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96965" y="1797050"/>
            <a:ext cx="5995035" cy="4546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71435" y="2386330"/>
            <a:ext cx="4358640" cy="70104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Network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023610" cy="5085080"/>
          </a:xfrm>
        </p:spPr>
        <p:txBody>
          <a:bodyPr>
            <a:normAutofit fontScale="60000"/>
          </a:bodyPr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With the release of Raspberry Pi OS Bookworm, networking on the Raspberry Pi was changed to use NetworkManager as the standard controller for networking, replacing the previous dhcpcd system.</a:t>
            </a:r>
            <a:endParaRPr lang="en-US" altLang="zh-CN"/>
          </a:p>
          <a:p>
            <a:r>
              <a:rPr lang="en-US" altLang="zh-CN"/>
              <a:t>Static IP</a:t>
            </a:r>
            <a:endParaRPr lang="en-US" altLang="zh-CN"/>
          </a:p>
          <a:p>
            <a:pPr lvl="1"/>
            <a:r>
              <a:rPr lang="en-US" altLang="zh-CN"/>
              <a:t>Steps</a:t>
            </a:r>
            <a:endParaRPr lang="en-US" altLang="zh-CN"/>
          </a:p>
          <a:p>
            <a:pPr lvl="2"/>
            <a:r>
              <a:rPr lang="en-US" altLang="zh-CN"/>
              <a:t>sudo nmcli -p connection show</a:t>
            </a:r>
            <a:endParaRPr lang="en-US" altLang="zh-CN"/>
          </a:p>
          <a:p>
            <a:pPr lvl="2"/>
            <a:r>
              <a:rPr lang="en-US" altLang="zh-CN"/>
              <a:t>sudo nmcli c mod preconfigured ipv4.addresses 192.168.54.118 ipv4.method manuall</a:t>
            </a:r>
            <a:endParaRPr lang="en-US" altLang="zh-CN"/>
          </a:p>
          <a:p>
            <a:pPr lvl="2"/>
            <a:r>
              <a:rPr lang="en-US" altLang="zh-CN"/>
              <a:t>sudo nmcli c down </a:t>
            </a:r>
            <a:r>
              <a:rPr lang="en-US" altLang="zh-CN">
                <a:sym typeface="+mn-ea"/>
              </a:rPr>
              <a:t>preconfigured</a:t>
            </a:r>
            <a:r>
              <a:rPr lang="en-US" altLang="zh-CN"/>
              <a:t> &amp;&amp; sudo nmcli c up </a:t>
            </a:r>
            <a:r>
              <a:rPr lang="en-US" altLang="zh-CN">
                <a:sym typeface="+mn-ea"/>
              </a:rPr>
              <a:t>preconfigured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/>
              <a:t>WiFi Config</a:t>
            </a:r>
            <a:endParaRPr lang="en-US" altLang="zh-CN"/>
          </a:p>
          <a:p>
            <a:pPr lvl="1"/>
            <a:r>
              <a:rPr lang="en-US" altLang="zh-CN"/>
              <a:t>sudo vi /etc/wpa_supplicant/wpa_supplicant.conf</a:t>
            </a:r>
            <a:endParaRPr lang="en-US" altLang="zh-CN"/>
          </a:p>
          <a:p>
            <a:pPr lvl="1"/>
            <a:r>
              <a:rPr lang="en-US" altLang="zh-CN"/>
              <a:t>sudo raspi-config</a:t>
            </a:r>
            <a:endParaRPr lang="en-US" altLang="zh-CN"/>
          </a:p>
          <a:p>
            <a:pPr lvl="2"/>
            <a:r>
              <a:rPr lang="en-US" altLang="zh-CN"/>
              <a:t>System Options-&gt;Wireless LAN-&gt;</a:t>
            </a:r>
            <a:endParaRPr lang="en-US" altLang="zh-CN"/>
          </a:p>
          <a:p>
            <a:pPr lvl="1"/>
            <a:r>
              <a:rPr lang="en-US" altLang="zh-CN"/>
              <a:t>sudo nmtui</a:t>
            </a:r>
            <a:endParaRPr lang="en-US" altLang="zh-CN"/>
          </a:p>
          <a:p>
            <a:pPr lvl="0"/>
            <a:r>
              <a:rPr lang="en-US" altLang="zh-CN"/>
              <a:t>Network config</a:t>
            </a:r>
            <a:endParaRPr lang="en-US" altLang="zh-CN"/>
          </a:p>
          <a:p>
            <a:pPr lvl="1"/>
            <a:r>
              <a:rPr lang="en-US" altLang="zh-CN"/>
              <a:t>sudo netstat -lptu</a:t>
            </a:r>
            <a:endParaRPr lang="en-US" altLang="zh-CN"/>
          </a:p>
          <a:p>
            <a:pPr lvl="0"/>
            <a:r>
              <a:rPr lang="en-US" altLang="zh-CN"/>
              <a:t>ufw</a:t>
            </a:r>
            <a:endParaRPr lang="en-US" altLang="zh-CN"/>
          </a:p>
          <a:p>
            <a:pPr lvl="1"/>
            <a:r>
              <a:rPr lang="en-US" altLang="zh-CN"/>
              <a:t>sudo apt install ufw</a:t>
            </a:r>
            <a:endParaRPr lang="en-US" altLang="zh-CN"/>
          </a:p>
          <a:p>
            <a:pPr lvl="1"/>
            <a:r>
              <a:rPr lang="en-US" altLang="zh-CN"/>
              <a:t>sudo ufw status</a:t>
            </a:r>
            <a:endParaRPr lang="en-US" altLang="zh-CN"/>
          </a:p>
          <a:p>
            <a:pPr lvl="1"/>
            <a:r>
              <a:rPr lang="en-US" altLang="zh-CN"/>
              <a:t>sudo ufw enable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USB Connection to PC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065520" cy="5412740"/>
          </a:xfrm>
        </p:spPr>
        <p:txBody>
          <a:bodyPr/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https://www.makeuseof.com/how-to-connect-raspberry-pi-to-laptop-or-pc-usb/</a:t>
            </a:r>
            <a:endParaRPr lang="en-US" altLang="zh-CN" sz="1400"/>
          </a:p>
          <a:p>
            <a:pPr lvl="1"/>
            <a:r>
              <a:rPr lang="en-US" altLang="zh-CN" sz="1400"/>
              <a:t>https://wiki.sipeed.com/hardware/en/maixsense/maixsense-a075v/install_drivers.html</a:t>
            </a:r>
            <a:endParaRPr lang="en-US" altLang="zh-CN" sz="1400"/>
          </a:p>
          <a:p>
            <a:r>
              <a:rPr lang="en-US" altLang="zh-CN" sz="1600"/>
              <a:t>Steps</a:t>
            </a:r>
            <a:endParaRPr lang="en-US" altLang="zh-CN" sz="1600"/>
          </a:p>
          <a:p>
            <a:pPr lvl="1"/>
            <a:r>
              <a:rPr lang="en-US" altLang="zh-CN" sz="1400"/>
              <a:t>modify bootfs/config.txt</a:t>
            </a:r>
            <a:endParaRPr lang="en-US" altLang="zh-CN" sz="1400"/>
          </a:p>
          <a:p>
            <a:pPr lvl="2"/>
            <a:r>
              <a:rPr lang="en-US" altLang="zh-CN" sz="1200"/>
              <a:t>append below line</a:t>
            </a:r>
            <a:endParaRPr lang="en-US" altLang="zh-CN" sz="1200"/>
          </a:p>
          <a:p>
            <a:pPr lvl="3"/>
            <a:r>
              <a:rPr lang="en-US" altLang="zh-CN" sz="1200"/>
              <a:t>dtoverlay=dwc2 // enable the DWC2 (DesignWare Core) module, which manages the USB (Universal Serial Bus) functionality.</a:t>
            </a:r>
            <a:endParaRPr lang="en-US" altLang="zh-CN" sz="1200"/>
          </a:p>
          <a:p>
            <a:pPr lvl="2"/>
            <a:r>
              <a:rPr lang="en-US" altLang="zh-CN" sz="1200"/>
              <a:t>comment out below line</a:t>
            </a:r>
            <a:endParaRPr lang="en-US" altLang="zh-CN" sz="1200"/>
          </a:p>
          <a:p>
            <a:pPr lvl="3"/>
            <a:r>
              <a:rPr lang="en-US" altLang="zh-CN" sz="1200"/>
              <a:t># otg_mode=1</a:t>
            </a:r>
            <a:endParaRPr lang="en-US" altLang="zh-CN" sz="1200"/>
          </a:p>
          <a:p>
            <a:pPr lvl="1"/>
            <a:r>
              <a:rPr lang="en-US" altLang="zh-CN" sz="1400"/>
              <a:t>modify bootfs/cmdline.txt</a:t>
            </a:r>
            <a:endParaRPr lang="en-US" altLang="zh-CN" sz="1400"/>
          </a:p>
          <a:p>
            <a:pPr lvl="2"/>
            <a:r>
              <a:rPr lang="en-US" altLang="zh-CN" sz="1200"/>
              <a:t>add below line immediately after “rootwait”</a:t>
            </a:r>
            <a:endParaRPr lang="en-US" altLang="zh-CN" sz="1200"/>
          </a:p>
          <a:p>
            <a:pPr lvl="3"/>
            <a:r>
              <a:rPr lang="en-US" altLang="zh-CN" sz="1200"/>
              <a:t>modules-load=dwc2,g_ether</a:t>
            </a:r>
            <a:endParaRPr lang="en-US" altLang="zh-CN" sz="1200"/>
          </a:p>
          <a:p>
            <a:pPr lvl="1"/>
            <a:r>
              <a:rPr lang="en-US" altLang="zh-CN" sz="1400"/>
              <a:t>download RNDIS driver from https://dl.sipeed.com/fileList/MaixSense/Drivers/Ethernet_RNDIS_drivers_20220808.zip</a:t>
            </a:r>
            <a:endParaRPr lang="en-US" altLang="zh-CN" sz="1400"/>
          </a:p>
          <a:p>
            <a:pPr lvl="1"/>
            <a:r>
              <a:rPr lang="en-US" altLang="zh-CN" sz="1400"/>
              <a:t>in device manager, update driver for USB COM using downloaded driver</a:t>
            </a:r>
            <a:endParaRPr lang="en-US" altLang="zh-CN" sz="1400"/>
          </a:p>
          <a:p>
            <a:pPr lvl="1"/>
            <a:r>
              <a:rPr lang="en-US" altLang="zh-CN" sz="1400"/>
              <a:t>check for “USB Ethernet/RNDIS Gadget in device manager</a:t>
            </a:r>
            <a:endParaRPr lang="en-US" altLang="zh-CN" sz="1400"/>
          </a:p>
          <a:p>
            <a:pPr lvl="1"/>
            <a:r>
              <a:rPr lang="en-US" altLang="zh-CN" sz="1400"/>
              <a:t>ssh pi@raspberrypi.local</a:t>
            </a:r>
            <a:endParaRPr lang="en-US" altLang="zh-CN" sz="14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8514715" y="182880"/>
            <a:ext cx="3406140" cy="32696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415" y="3452495"/>
            <a:ext cx="5188585" cy="30867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Samba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sudo apt install samba</a:t>
            </a:r>
            <a:endParaRPr lang="en-US" altLang="zh-CN"/>
          </a:p>
          <a:p>
            <a:pPr lvl="1"/>
            <a:r>
              <a:rPr lang="en-US" altLang="zh-CN"/>
              <a:t>sudo nano /etc/samba/smb.conf</a:t>
            </a:r>
            <a:endParaRPr lang="en-US" altLang="zh-CN"/>
          </a:p>
          <a:p>
            <a:pPr lvl="2"/>
            <a:r>
              <a:rPr lang="en-US" altLang="zh-CN"/>
              <a:t>in [print$] block, change “read only = yes” to “read only = no”</a:t>
            </a:r>
            <a:endParaRPr lang="en-US" altLang="zh-CN"/>
          </a:p>
          <a:p>
            <a:pPr lvl="1"/>
            <a:r>
              <a:rPr lang="en-US" altLang="zh-CN"/>
              <a:t>sudo systemctl restart smbd</a:t>
            </a:r>
            <a:endParaRPr lang="en-US" altLang="zh-CN"/>
          </a:p>
          <a:p>
            <a:pPr lvl="0"/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in Windows explorer, input “\\raspberrypi.local”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5.xml><?xml version="1.0" encoding="utf-8"?>
<p:tagLst xmlns:p="http://schemas.openxmlformats.org/presentationml/2006/main">
  <p:tag name="TABLE_ENDDRAG_ORIGIN_RECT" val="442*504"/>
  <p:tag name="TABLE_ENDDRAG_RECT" val="487*37*442*504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7.xml><?xml version="1.0" encoding="utf-8"?>
<p:tagLst xmlns:p="http://schemas.openxmlformats.org/presentationml/2006/main">
  <p:tag name="TABLE_ENDDRAG_ORIGIN_RECT" val="466*143"/>
  <p:tag name="TABLE_ENDDRAG_RECT" val="458*90*466*144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9.xml><?xml version="1.0" encoding="utf-8"?>
<p:tagLst xmlns:p="http://schemas.openxmlformats.org/presentationml/2006/main">
  <p:tag name="commondata" val="eyJoZGlkIjoiYjRhZjQ5NWVmZmQxNmM3NmNkNDYxNWRmNzNmMjA1ZDAifQ==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22683</Words>
  <Application>WPS 演示</Application>
  <PresentationFormat>宽屏</PresentationFormat>
  <Paragraphs>943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4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1_A000120140530A02PPBG</vt:lpstr>
      <vt:lpstr>Raspberry Setup</vt:lpstr>
      <vt:lpstr>Change History</vt:lpstr>
      <vt:lpstr>Intro</vt:lpstr>
      <vt:lpstr>Raspberry Pi Zero 2W</vt:lpstr>
      <vt:lpstr>Rabian - Basic</vt:lpstr>
      <vt:lpstr>Network</vt:lpstr>
      <vt:lpstr>Network 2</vt:lpstr>
      <vt:lpstr>Rasbian - Hardware Support</vt:lpstr>
      <vt:lpstr>Camera</vt:lpstr>
      <vt:lpstr>Bluetooth</vt:lpstr>
      <vt:lpstr>Bluetooth Paring Issue</vt:lpstr>
      <vt:lpstr>Rasbian - Config</vt:lpstr>
      <vt:lpstr>Auto Start Program</vt:lpstr>
      <vt:lpstr>Install Python Env</vt:lpstr>
      <vt:lpstr>Install Miniconda3</vt:lpstr>
      <vt:lpstr>Berryconda</vt:lpstr>
      <vt:lpstr>Install OpenCV</vt:lpstr>
      <vt:lpstr>Clone SD Card</vt:lpstr>
      <vt:lpstr>V4L (Video4Linux) and Pillow</vt:lpstr>
      <vt:lpstr>MJpeg Streamer</vt:lpstr>
      <vt:lpstr>Motion</vt:lpstr>
      <vt:lpstr>MotionEyeOS - Basic</vt:lpstr>
      <vt:lpstr>MotionEyeOS - Settings</vt:lpstr>
      <vt:lpstr>Clone SD Card</vt:lpstr>
      <vt:lpstr>TODO</vt:lpstr>
      <vt:lpstr>Photo Booth</vt:lpstr>
      <vt:lpstr>References</vt:lpstr>
      <vt:lpstr>OS Image</vt:lpstr>
      <vt:lpstr>Set Up for Photo Booth</vt:lpstr>
      <vt:lpstr>gphoto2</vt:lpstr>
      <vt:lpstr>gphoto2 Liveview</vt:lpstr>
      <vt:lpstr>Printer - USB连接</vt:lpstr>
      <vt:lpstr>Printer - WiFi连接</vt:lpstr>
      <vt:lpstr>Electron</vt:lpstr>
      <vt:lpstr>MJpeg Streamer</vt:lpstr>
      <vt:lpstr>EOS R100</vt:lpstr>
      <vt:lpstr>Remote Desktop</vt:lpstr>
      <vt:lpstr>Printer - General</vt:lpstr>
      <vt:lpstr>Printer - Protocols</vt:lpstr>
      <vt:lpstr>Printer - Gutenprint</vt:lpstr>
      <vt:lpstr>Printer - IPP-over-USB</vt:lpstr>
      <vt:lpstr>Printer - IPP-over-USB 2</vt:lpstr>
      <vt:lpstr>Printer - Debug</vt:lpstr>
      <vt:lpstr>Network</vt:lpstr>
      <vt:lpstr>USB Connection to PC</vt:lpstr>
      <vt:lpstr>Samba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954</cp:revision>
  <dcterms:created xsi:type="dcterms:W3CDTF">2019-02-19T05:12:00Z</dcterms:created>
  <dcterms:modified xsi:type="dcterms:W3CDTF">2025-07-28T07:26:04Z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7D21DF7A628F40F0958562A0B190D654_12</vt:lpwstr>
  </property>
</Properties>
</file>