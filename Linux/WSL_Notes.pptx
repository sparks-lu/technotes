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8" r:id="rId5"/>
    <p:sldId id="257" r:id="rId6"/>
    <p:sldId id="290" r:id="rId7"/>
    <p:sldId id="291" r:id="rId8"/>
    <p:sldId id="268" r:id="rId9"/>
    <p:sldId id="261" r:id="rId10"/>
    <p:sldId id="265" r:id="rId11"/>
    <p:sldId id="263" r:id="rId12"/>
    <p:sldId id="275" r:id="rId13"/>
    <p:sldId id="259" r:id="rId14"/>
    <p:sldId id="269" r:id="rId15"/>
    <p:sldId id="280" r:id="rId16"/>
    <p:sldId id="304" r:id="rId17"/>
    <p:sldId id="286" r:id="rId18"/>
    <p:sldId id="288" r:id="rId19"/>
    <p:sldId id="279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000" smtClean="0"/>
              <a:t>WSL Notes</a:t>
            </a:r>
            <a:endParaRPr lang="en-US" altLang="zh-CN" sz="4000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349875"/>
            <a:ext cx="9144000" cy="797560"/>
          </a:xfrm>
        </p:spPr>
        <p:txBody>
          <a:bodyPr>
            <a:no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Sparks Lu</a:t>
            </a:r>
            <a:endParaRPr lang="en-US" altLang="zh-CN" sz="1600" smtClean="0"/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Last updated: 1/27/2021</a:t>
            </a:r>
            <a:endParaRPr lang="en-US" altLang="zh-CN" sz="1600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https://learn.microsoft.com/en-us/windows/wsl/</a:t>
            </a:r>
            <a:endParaRPr lang="zh-CN" altLang="en-US"/>
          </a:p>
          <a:p>
            <a:r>
              <a:rPr lang="zh-CN" altLang="en-US"/>
              <a:t>https://github.com/QMonkey/wsl-tutorial</a:t>
            </a:r>
            <a:endParaRPr lang="zh-CN" altLang="en-US"/>
          </a:p>
          <a:p>
            <a:r>
              <a:rPr lang="zh-CN" altLang="en-US"/>
              <a:t>https://medium.com/@japheth.yates/the-complete-wsl2-gui-setup-2582828f4577</a:t>
            </a:r>
            <a:endParaRPr lang="zh-CN" altLang="en-US"/>
          </a:p>
          <a:p>
            <a:r>
              <a:rPr lang="zh-CN" altLang="en-US"/>
              <a:t>https://github.com/lackovic/notes/tree/master/Windows/Windows%20Subsystem%20for%20Linux#use-chromedriver-in-wsl</a:t>
            </a:r>
            <a:endParaRPr lang="zh-CN" altLang="en-US"/>
          </a:p>
          <a:p>
            <a:r>
              <a:rPr lang="zh-CN" altLang="en-US"/>
              <a:t>https://research.wmz.ninja/articles/2017/11/setting-up-wsl-with-graphics-and-audio.html</a:t>
            </a:r>
            <a:endParaRPr lang="zh-CN" altLang="en-US"/>
          </a:p>
          <a:p>
            <a:r>
              <a:rPr lang="zh-CN" altLang="en-US"/>
              <a:t>https://learn.microsoft.com/en-us/windows/wsl/basic-commands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887595"/>
          </a:xfrm>
        </p:spPr>
        <p:txBody>
          <a:bodyPr>
            <a:normAutofit fontScale="70000"/>
          </a:bodyPr>
          <a:p>
            <a:r>
              <a:rPr lang="en-US" altLang="zh-CN"/>
              <a:t>Enable WSL in Windows</a:t>
            </a:r>
            <a:endParaRPr lang="en-US" altLang="zh-CN"/>
          </a:p>
          <a:p>
            <a:pPr lvl="1"/>
            <a:r>
              <a:rPr lang="en-US" altLang="zh-CN"/>
              <a:t>Settings -&gt; Update and Security -&gt; For developers, select “Developer” mode</a:t>
            </a:r>
            <a:endParaRPr lang="en-US" altLang="zh-CN"/>
          </a:p>
          <a:p>
            <a:pPr lvl="1"/>
            <a:r>
              <a:rPr lang="en-US" altLang="zh-CN"/>
              <a:t>Open PowerShell</a:t>
            </a:r>
            <a:endParaRPr lang="en-US" altLang="zh-CN"/>
          </a:p>
          <a:p>
            <a:pPr lvl="1"/>
            <a:r>
              <a:rPr lang="en-US" altLang="zh-CN"/>
              <a:t>Run Enable-WindowsOptionalFeature -Online -FeatureName Microsoft-Windows-Subsystem-Linux</a:t>
            </a:r>
            <a:endParaRPr lang="en-US" altLang="zh-CN"/>
          </a:p>
          <a:p>
            <a:pPr lvl="1"/>
            <a:r>
              <a:rPr lang="en-US" altLang="zh-CN"/>
              <a:t>Run “</a:t>
            </a:r>
            <a:r>
              <a:rPr lang="en-US" altLang="zh-CN" b="1"/>
              <a:t>wsl -l -v</a:t>
            </a:r>
            <a:r>
              <a:rPr lang="en-US" altLang="zh-CN"/>
              <a:t>” to determine version 1/2</a:t>
            </a:r>
            <a:endParaRPr lang="en-US" altLang="zh-CN"/>
          </a:p>
          <a:p>
            <a:pPr lvl="0"/>
            <a:r>
              <a:rPr lang="en-US" altLang="zh-CN"/>
              <a:t>Install Ubuntu 16.04</a:t>
            </a:r>
            <a:endParaRPr lang="en-US" altLang="zh-CN"/>
          </a:p>
          <a:p>
            <a:pPr lvl="0"/>
            <a:r>
              <a:rPr lang="en-US" altLang="zh-CN"/>
              <a:t>Install XServer on Windows</a:t>
            </a:r>
            <a:endParaRPr lang="en-US" altLang="zh-CN"/>
          </a:p>
          <a:p>
            <a:pPr lvl="1"/>
            <a:r>
              <a:rPr lang="en-US" altLang="zh-CN"/>
              <a:t>VcXsrv</a:t>
            </a:r>
            <a:endParaRPr lang="en-US" altLang="zh-CN"/>
          </a:p>
          <a:p>
            <a:pPr lvl="1"/>
            <a:r>
              <a:rPr lang="en-US" altLang="zh-CN"/>
              <a:t>In .bashrc</a:t>
            </a:r>
            <a:endParaRPr lang="en-US" altLang="zh-CN"/>
          </a:p>
          <a:p>
            <a:pPr lvl="2"/>
            <a:r>
              <a:rPr lang="en-US" altLang="zh-CN"/>
              <a:t>export DISPLAY=:0</a:t>
            </a:r>
            <a:endParaRPr lang="en-US" altLang="zh-CN"/>
          </a:p>
          <a:p>
            <a:pPr lvl="2"/>
            <a:r>
              <a:rPr lang="en-US" altLang="zh-CN"/>
              <a:t>export LIBGL_ALWAYS_INDIRECT=1</a:t>
            </a:r>
            <a:endParaRPr lang="en-US" altLang="zh-CN"/>
          </a:p>
          <a:p>
            <a:pPr lvl="0"/>
            <a:r>
              <a:rPr lang="en-US" altLang="zh-CN"/>
              <a:t>Upgrade to WSL2</a:t>
            </a:r>
            <a:endParaRPr lang="en-US" altLang="zh-CN"/>
          </a:p>
          <a:p>
            <a:pPr lvl="1"/>
            <a:r>
              <a:rPr lang="en-US" altLang="zh-CN"/>
              <a:t>https://aka.ms/wsl2-install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https://aka.ms/wsl2kernel</a:t>
            </a:r>
            <a:endParaRPr lang="en-US" altLang="zh-CN"/>
          </a:p>
          <a:p>
            <a:pPr lvl="1"/>
            <a:r>
              <a:rPr lang="en-US" altLang="zh-CN"/>
              <a:t>https://docs.microsoft.com/en-gb/windows/wsl/wsl2-kernel</a:t>
            </a:r>
            <a:endParaRPr lang="en-US" altLang="zh-CN"/>
          </a:p>
          <a:p>
            <a:pPr lvl="1"/>
            <a:r>
              <a:rPr lang="en-US" altLang="zh-CN"/>
              <a:t>wsl --set-version {Ubuntu-16.04} 2</a:t>
            </a:r>
            <a:endParaRPr lang="en-US" altLang="zh-CN"/>
          </a:p>
          <a:p>
            <a:pPr lvl="1"/>
            <a:r>
              <a:rPr lang="en-US" altLang="zh-CN"/>
              <a:t>wsl --set-default-version 2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Commands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14400" y="1276350"/>
          <a:ext cx="10439400" cy="432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710"/>
                <a:gridCol w="3691890"/>
                <a:gridCol w="3479800"/>
              </a:tblGrid>
              <a:tr h="617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178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wsl --list --all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List all installed distributions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6178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wsl --distribution {distributionName} --user {userName}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Start a distribution with specified user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6178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wsl --unregister {distributionName}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6178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wsl –mount \\.\PHYSICALDRIVE0 –partition1.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Windows command: wmic diskdrive list brief // list drives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178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wsl --system -d Ubuntu-20.04 df -h /mnt/wslg/distro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Disk usage for a distribution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Config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${user_home}/.wslconfig</a:t>
            </a:r>
            <a:endParaRPr lang="en-US" altLang="zh-CN"/>
          </a:p>
          <a:p>
            <a:pPr lvl="1"/>
            <a:r>
              <a:rPr lang="en-US" altLang="zh-CN" sz="2000"/>
              <a:t>global for all distributions</a:t>
            </a:r>
            <a:endParaRPr lang="en-US" altLang="zh-CN"/>
          </a:p>
          <a:p>
            <a:r>
              <a:rPr lang="en-US" altLang="zh-CN"/>
              <a:t>/etc/wsl.config</a:t>
            </a:r>
            <a:endParaRPr lang="en-US" altLang="zh-CN"/>
          </a:p>
          <a:p>
            <a:pPr lvl="1"/>
            <a:r>
              <a:rPr lang="en-US" altLang="zh-CN"/>
              <a:t>for each distribution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Storage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026660"/>
          </a:xfrm>
        </p:spPr>
        <p:txBody>
          <a:bodyPr>
            <a:normAutofit lnSpcReduction="10000"/>
          </a:bodyPr>
          <a:p>
            <a:r>
              <a:rPr lang="zh-CN" altLang="en-US" sz="2000"/>
              <a:t>C:\Users\</a:t>
            </a:r>
            <a:r>
              <a:rPr lang="en-US" altLang="zh-CN" sz="2000"/>
              <a:t>{username}</a:t>
            </a:r>
            <a:r>
              <a:rPr lang="zh-CN" altLang="en-US" sz="2000"/>
              <a:t>\AppData\Local\Packages</a:t>
            </a:r>
            <a:endParaRPr lang="zh-CN" altLang="en-US" sz="2000"/>
          </a:p>
          <a:p>
            <a:pPr lvl="1"/>
            <a:r>
              <a:rPr lang="zh-CN" altLang="en-US" sz="1800"/>
              <a:t>CanonicalGroupLimited.Ubuntu18.04onWindows_79rhkp1fndgsc</a:t>
            </a:r>
            <a:endParaRPr lang="zh-CN" altLang="en-US" sz="1800"/>
          </a:p>
          <a:p>
            <a:pPr lvl="0"/>
            <a:r>
              <a:rPr lang="en-US" altLang="zh-CN" sz="2000"/>
              <a:t>Disk in Linux</a:t>
            </a:r>
            <a:endParaRPr lang="en-US" altLang="zh-CN" sz="2000"/>
          </a:p>
          <a:p>
            <a:pPr lvl="1"/>
            <a:r>
              <a:rPr lang="en-US" altLang="zh-CN" sz="1800"/>
              <a:t>C:\Windows\WinSxS\amd64_microsoft-windows-lxss-vm-mode_31bf3856ad364e35_10.0.18362.1049_none_dc51d333d925c283\ext4.vhdx.gz</a:t>
            </a:r>
            <a:endParaRPr lang="en-US" altLang="zh-CN" sz="1800"/>
          </a:p>
          <a:p>
            <a:pPr lvl="0"/>
            <a:r>
              <a:rPr lang="en-US" altLang="zh-CN" sz="2000"/>
              <a:t>Shrink disk size in Linux</a:t>
            </a:r>
            <a:endParaRPr lang="en-US" altLang="zh-CN" sz="2000"/>
          </a:p>
          <a:p>
            <a:pPr lvl="1"/>
            <a:r>
              <a:rPr lang="en-US" altLang="zh-CN" sz="1800"/>
              <a:t>References: https://stephenreescarter.net/how-to-shrink-a-wsl2-virtual-disk/</a:t>
            </a:r>
            <a:endParaRPr lang="en-US" altLang="zh-CN" sz="1800"/>
          </a:p>
          <a:p>
            <a:pPr lvl="1"/>
            <a:r>
              <a:rPr lang="en-US" altLang="zh-CN" sz="1800"/>
              <a:t>wsl -l -v</a:t>
            </a:r>
            <a:endParaRPr lang="en-US" altLang="zh-CN" sz="1800"/>
          </a:p>
          <a:p>
            <a:pPr lvl="1"/>
            <a:r>
              <a:rPr lang="en-US" altLang="zh-CN" sz="1800"/>
              <a:t>wsl --terminate {Ubuntu-18.04}</a:t>
            </a:r>
            <a:endParaRPr lang="en-US" altLang="zh-CN" sz="1800"/>
          </a:p>
          <a:p>
            <a:pPr lvl="1"/>
            <a:r>
              <a:rPr lang="en-US" altLang="zh-CN" sz="1800"/>
              <a:t>diskpart</a:t>
            </a:r>
            <a:endParaRPr lang="en-US" altLang="zh-CN" sz="1800"/>
          </a:p>
          <a:p>
            <a:pPr lvl="2"/>
            <a:r>
              <a:rPr lang="en-US" altLang="zh-CN" sz="1600"/>
              <a:t>select vdisk file="&lt;PATH-TO-VHDX&gt;"</a:t>
            </a:r>
            <a:endParaRPr lang="en-US" altLang="zh-CN" sz="1600"/>
          </a:p>
          <a:p>
            <a:pPr lvl="2"/>
            <a:r>
              <a:rPr lang="en-US" altLang="zh-CN" sz="1600"/>
              <a:t>attach vdisk readonly</a:t>
            </a:r>
            <a:endParaRPr lang="en-US" altLang="zh-CN" sz="1600"/>
          </a:p>
          <a:p>
            <a:pPr lvl="2"/>
            <a:r>
              <a:rPr lang="en-US" altLang="zh-CN" sz="1600"/>
              <a:t>compact vdisk</a:t>
            </a:r>
            <a:endParaRPr lang="en-US" altLang="zh-CN" sz="1600"/>
          </a:p>
          <a:p>
            <a:pPr lvl="3"/>
            <a:r>
              <a:rPr lang="en-US" altLang="zh-CN" sz="1600"/>
              <a:t>waiting...</a:t>
            </a:r>
            <a:endParaRPr lang="en-US" altLang="zh-CN" sz="1600"/>
          </a:p>
          <a:p>
            <a:pPr lvl="2"/>
            <a:r>
              <a:rPr lang="en-US" altLang="zh-CN" sz="1600"/>
              <a:t>detach vdisk</a:t>
            </a:r>
            <a:endParaRPr lang="en-US" altLang="zh-CN" sz="1600"/>
          </a:p>
          <a:p>
            <a:pPr lvl="0"/>
            <a:r>
              <a:rPr lang="zh-CN" altLang="en-US" sz="2130"/>
              <a:t>迁移</a:t>
            </a:r>
            <a:endParaRPr lang="zh-CN" altLang="en-US" sz="2130"/>
          </a:p>
          <a:p>
            <a:pPr lvl="1"/>
            <a:r>
              <a:rPr lang="en-US" altLang="zh-CN" sz="1775"/>
              <a:t>first export, then import</a:t>
            </a:r>
            <a:endParaRPr lang="en-US" altLang="zh-CN" sz="1775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Run GUI Apps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179310" cy="5252720"/>
          </a:xfrm>
        </p:spPr>
        <p:txBody>
          <a:bodyPr>
            <a:normAutofit fontScale="90000" lnSpcReduction="20000"/>
          </a:bodyPr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Windows</a:t>
            </a:r>
            <a:endParaRPr lang="en-US" altLang="zh-CN"/>
          </a:p>
          <a:p>
            <a:pPr lvl="2"/>
            <a:r>
              <a:rPr lang="en-US" altLang="zh-CN"/>
              <a:t>Install VcXsrv</a:t>
            </a:r>
            <a:endParaRPr lang="en-US" altLang="zh-CN"/>
          </a:p>
          <a:p>
            <a:pPr lvl="2"/>
            <a:r>
              <a:rPr lang="en-US" altLang="zh-CN"/>
              <a:t>Change property of vcxsrv.exe</a:t>
            </a:r>
            <a:endParaRPr lang="en-US" altLang="zh-CN"/>
          </a:p>
          <a:p>
            <a:pPr lvl="3"/>
            <a:r>
              <a:rPr lang="en-US" altLang="zh-CN" sz="1600"/>
              <a:t>Compatibility -&gt; Change high DPI settings, check “Override high DPI scaling behavior”, select App</a:t>
            </a:r>
            <a:endParaRPr lang="en-US" altLang="zh-CN" sz="1600"/>
          </a:p>
          <a:p>
            <a:pPr lvl="2"/>
            <a:r>
              <a:rPr lang="en-US" altLang="zh-CN"/>
              <a:t>Control Panel\System and Security\Windows Defender Firewall\Allowed apps</a:t>
            </a:r>
            <a:endParaRPr lang="en-US" altLang="zh-CN"/>
          </a:p>
          <a:p>
            <a:pPr lvl="3"/>
            <a:r>
              <a:rPr lang="en-US" altLang="zh-CN" sz="1600"/>
              <a:t>Select VcXsrv windows xserver, Check both Private and Public checkboxes</a:t>
            </a:r>
            <a:endParaRPr lang="en-US" altLang="zh-CN"/>
          </a:p>
          <a:p>
            <a:pPr lvl="2"/>
            <a:r>
              <a:rPr lang="en-US" altLang="zh-CN"/>
              <a:t>Launch VcXsrv with “disable access control”</a:t>
            </a:r>
            <a:endParaRPr lang="en-US" altLang="zh-CN"/>
          </a:p>
          <a:p>
            <a:pPr lvl="2"/>
            <a:r>
              <a:rPr lang="en-US" altLang="zh-CN"/>
              <a:t>Download config.xlaunch</a:t>
            </a:r>
            <a:endParaRPr lang="en-US" altLang="zh-CN"/>
          </a:p>
          <a:p>
            <a:pPr lvl="3"/>
            <a:r>
              <a:rPr lang="en-US" altLang="zh-CN"/>
              <a:t>f</a:t>
            </a:r>
            <a:r>
              <a:rPr lang="en-US" altLang="zh-CN" sz="1600"/>
              <a:t>rom https://github.com/lackovic/notes/blob/master/Windows/Windows%20Subsystem%20for%20Linux/config.xlaunch to your file system (save it in %AppData%\Microsoft\Windows\Start Menu\Programs\Startup if you want to make XLaunch automatically run at startup) and double click on it to run XLaunch</a:t>
            </a:r>
            <a:endParaRPr lang="en-US" altLang="zh-CN" sz="1600"/>
          </a:p>
          <a:p>
            <a:pPr lvl="1"/>
            <a:r>
              <a:rPr lang="en-US" altLang="zh-CN"/>
              <a:t>WSL</a:t>
            </a:r>
            <a:endParaRPr lang="en-US" altLang="zh-CN"/>
          </a:p>
          <a:p>
            <a:pPr lvl="2"/>
            <a:r>
              <a:rPr lang="en-US" altLang="zh-CN"/>
              <a:t>Add to ~/.profile</a:t>
            </a:r>
            <a:endParaRPr lang="en-US" altLang="zh-CN"/>
          </a:p>
          <a:p>
            <a:pPr lvl="3"/>
            <a:r>
              <a:rPr lang="en-US" altLang="zh-CN" sz="1600"/>
              <a:t>export DISPLAY=${DISPLAY:-$(grep -Po '(?&lt;=nameserver ).*' /etc/resolv.conf):0}</a:t>
            </a:r>
            <a:endParaRPr lang="en-US" altLang="zh-CN" sz="1600"/>
          </a:p>
          <a:p>
            <a:pPr lvl="3"/>
            <a:r>
              <a:rPr lang="en-US" altLang="zh-CN" sz="1600"/>
              <a:t>export LIBGL_ALWAYS_INDIRECT=1</a:t>
            </a: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8145" y="824865"/>
            <a:ext cx="4043680" cy="31883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Run GUI Apps in WSL2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7873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https://skeptric.com/wsl2-xserver/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Allow WSL access via Windows Firefall</a:t>
            </a:r>
            <a:endParaRPr lang="en-US" altLang="zh-CN"/>
          </a:p>
          <a:p>
            <a:pPr lvl="1"/>
            <a:r>
              <a:rPr lang="en-US" altLang="zh-CN"/>
              <a:t>Enable public access from an X11 server when starting VcXsrv</a:t>
            </a:r>
            <a:endParaRPr lang="en-US" altLang="zh-CN"/>
          </a:p>
          <a:p>
            <a:pPr lvl="1"/>
            <a:r>
              <a:rPr lang="en-US" altLang="zh-CN"/>
              <a:t>Configure .bashrc</a:t>
            </a:r>
            <a:endParaRPr lang="en-US" altLang="zh-CN"/>
          </a:p>
          <a:p>
            <a:pPr lvl="2"/>
            <a:r>
              <a:rPr lang="en-US" altLang="zh-CN"/>
              <a:t>export DISPLAY=$(awk '/nameserver / {print $2; exit}' /etc/resolv.conf 2&gt;/dev/null):0</a:t>
            </a:r>
            <a:endParaRPr lang="en-US" altLang="zh-CN"/>
          </a:p>
          <a:p>
            <a:pPr lvl="2"/>
            <a:r>
              <a:rPr lang="en-US" altLang="zh-CN"/>
              <a:t>export LIBGL_ALWAYS_INDIRECT=1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930" y="1025525"/>
            <a:ext cx="2924175" cy="3581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425" y="1025525"/>
            <a:ext cx="2390775" cy="1304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930" y="4522470"/>
            <a:ext cx="4263390" cy="2039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340" y="2460625"/>
            <a:ext cx="2734310" cy="2773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340" y="4521200"/>
            <a:ext cx="2959100" cy="23368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Access WSL files in Windows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 Explorer, input “\\wsl$”</a:t>
            </a:r>
            <a:endParaRPr lang="en-US" altLang="zh-CN"/>
          </a:p>
          <a:p>
            <a:r>
              <a:rPr lang="en-US" altLang="zh-CN"/>
              <a:t>In WSL, input “explorer.exe .”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Access Windows local host</a:t>
            </a:r>
            <a:endParaRPr lang="en-US" altLang="zh-CN"/>
          </a:p>
          <a:p>
            <a:pPr lvl="1"/>
            <a:r>
              <a:rPr lang="en-US" altLang="zh-CN"/>
              <a:t>cat /etc/resolve.conf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sudo apt install nvidia-384</a:t>
            </a:r>
            <a:endParaRPr lang="en-US" altLang="zh-CN"/>
          </a:p>
          <a:p>
            <a:r>
              <a:rPr lang="en-US" altLang="zh-CN"/>
              <a:t>glxinfo | grep “OpenGL”</a:t>
            </a:r>
            <a:endParaRPr lang="en-US" altLang="zh-CN"/>
          </a:p>
          <a:p>
            <a:r>
              <a:rPr lang="en-US" altLang="zh-CN"/>
              <a:t>sudo apt install mesa-utils</a:t>
            </a:r>
            <a:endParaRPr lang="en-US" altLang="zh-CN"/>
          </a:p>
          <a:p>
            <a:pPr lvl="1"/>
            <a:r>
              <a:rPr lang="en-US" altLang="zh-CN"/>
              <a:t>glxgears -info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Audio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Swap Size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09795" cy="4549140"/>
          </a:xfrm>
        </p:spPr>
        <p:txBody>
          <a:bodyPr/>
          <a:p>
            <a:r>
              <a:rPr lang="en-US" altLang="zh-CN"/>
              <a:t>wsl --shutdown</a:t>
            </a:r>
            <a:endParaRPr lang="en-US" altLang="zh-CN"/>
          </a:p>
          <a:p>
            <a:r>
              <a:rPr lang="en-US" altLang="zh-CN"/>
              <a:t>Copy .wslconfig to Windows $HOME</a:t>
            </a:r>
            <a:endParaRPr lang="en-US" altLang="zh-CN"/>
          </a:p>
          <a:p>
            <a:pPr lvl="1"/>
            <a:r>
              <a:rPr lang="en-US" altLang="zh-CN"/>
              <a:t>C:/Users/{username}/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727190" y="1290320"/>
            <a:ext cx="4626610" cy="4030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# Settings apply across all Linux distros running on WSL 2</a:t>
            </a:r>
            <a:endParaRPr lang="zh-CN" altLang="en-US" sz="1600"/>
          </a:p>
          <a:p>
            <a:r>
              <a:rPr lang="zh-CN" altLang="en-US" sz="1600"/>
              <a:t># Can see memory in wsl2 with "free -m"</a:t>
            </a:r>
            <a:endParaRPr lang="zh-CN" altLang="en-US" sz="1600"/>
          </a:p>
          <a:p>
            <a:r>
              <a:rPr lang="zh-CN" altLang="en-US" sz="1600"/>
              <a:t># Goes in windows home directory as .wslconfig</a:t>
            </a:r>
            <a:endParaRPr lang="zh-CN" altLang="en-US" sz="1600"/>
          </a:p>
          <a:p>
            <a:r>
              <a:rPr lang="zh-CN" altLang="en-US" sz="1600"/>
              <a:t>[wsl2]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# Limits VM memory to use no more than 48 GB, defaults to 50% of ram</a:t>
            </a:r>
            <a:endParaRPr lang="zh-CN" altLang="en-US" sz="1600"/>
          </a:p>
          <a:p>
            <a:r>
              <a:rPr lang="zh-CN" altLang="en-US" sz="1600"/>
              <a:t>memory=48GB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# Sets the VM to use 8 virtual processors</a:t>
            </a:r>
            <a:endParaRPr lang="zh-CN" altLang="en-US" sz="1600"/>
          </a:p>
          <a:p>
            <a:r>
              <a:rPr lang="zh-CN" altLang="en-US" sz="1600"/>
              <a:t>processors=8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# Sets the amount of swap storage space to 8GB, default is 25% of available RAM</a:t>
            </a:r>
            <a:endParaRPr lang="zh-CN" altLang="en-US" sz="1600"/>
          </a:p>
          <a:p>
            <a:r>
              <a:rPr lang="zh-CN" altLang="en-US" sz="1600"/>
              <a:t>swap=16GB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USB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wsl --shutdown</a:t>
            </a:r>
            <a:endParaRPr lang="en-US" altLang="zh-CN"/>
          </a:p>
          <a:p>
            <a:pPr lvl="1"/>
            <a:r>
              <a:rPr lang="zh-CN" altLang="en-US"/>
              <a:t>插入</a:t>
            </a:r>
            <a:r>
              <a:rPr lang="en-US" altLang="zh-CN"/>
              <a:t>U</a:t>
            </a:r>
            <a:r>
              <a:rPr lang="zh-CN" altLang="en-US"/>
              <a:t>盘</a:t>
            </a:r>
            <a:endParaRPr lang="zh-CN" altLang="en-US"/>
          </a:p>
          <a:p>
            <a:pPr lvl="1"/>
            <a:r>
              <a:rPr lang="en-US" altLang="zh-CN"/>
              <a:t>wsl --distribution {Ubuntu20}</a:t>
            </a:r>
            <a:endParaRPr lang="en-US" altLang="zh-CN"/>
          </a:p>
          <a:p>
            <a:pPr lvl="0"/>
            <a:r>
              <a:rPr lang="en-US" altLang="zh-CN"/>
              <a:t>Protocols</a:t>
            </a:r>
            <a:endParaRPr lang="en-US" altLang="zh-CN"/>
          </a:p>
          <a:p>
            <a:pPr lvl="1"/>
            <a:r>
              <a:rPr lang="en-US" altLang="zh-CN"/>
              <a:t>MTP (Media Transfer Protocol)</a:t>
            </a:r>
            <a:endParaRPr lang="en-US" altLang="zh-CN"/>
          </a:p>
          <a:p>
            <a:pPr lvl="2"/>
            <a:r>
              <a:rPr lang="en-US" altLang="zh-CN" sz="1800"/>
              <a:t>based on PTP</a:t>
            </a:r>
            <a:endParaRPr lang="en-US" altLang="zh-CN" sz="1800"/>
          </a:p>
          <a:p>
            <a:pPr lvl="2"/>
            <a:r>
              <a:rPr lang="en-US" altLang="zh-CN" sz="1800"/>
              <a:t>add more extensions</a:t>
            </a:r>
            <a:endParaRPr lang="zh-CN" altLang="en-US"/>
          </a:p>
          <a:p>
            <a:pPr lvl="1"/>
            <a:r>
              <a:rPr lang="en-US" altLang="zh-CN"/>
              <a:t>PTP (Picture Transfer Protocl)</a:t>
            </a:r>
            <a:endParaRPr lang="en-US" altLang="zh-CN"/>
          </a:p>
          <a:p>
            <a:pPr lvl="2"/>
            <a:r>
              <a:rPr lang="zh-CN" altLang="en-US"/>
              <a:t>挂载为数码相机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Support USB Devices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12790" cy="4549140"/>
          </a:xfrm>
        </p:spPr>
        <p:txBody>
          <a:bodyPr>
            <a:normAutofit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>
                <a:solidFill>
                  <a:schemeClr val="tx1"/>
                </a:solidFill>
                <a:sym typeface="+mn-ea"/>
              </a:rPr>
              <a:t>https://docs.microsoft.com/en-us/windows/wsl/connect-usb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/>
              <a:t>https://github.com/dorssel/usbipd-win</a:t>
            </a:r>
            <a:endParaRPr lang="en-US" altLang="zh-CN"/>
          </a:p>
          <a:p>
            <a:pPr lvl="1"/>
            <a:r>
              <a:rPr lang="en-US" altLang="zh-CN"/>
              <a:t>https://zhuanlan.zhihu.com/p/529559033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Windows</a:t>
            </a:r>
            <a:endParaRPr lang="en-US" altLang="zh-CN"/>
          </a:p>
          <a:p>
            <a:pPr lvl="2"/>
            <a:r>
              <a:rPr lang="en-US" altLang="zh-CN"/>
              <a:t>winget install --interactive --exact dorssel.usbipd-win</a:t>
            </a:r>
            <a:endParaRPr lang="en-US" altLang="zh-CN"/>
          </a:p>
          <a:p>
            <a:pPr lvl="2"/>
            <a:r>
              <a:rPr lang="en-US" altLang="zh-CN"/>
              <a:t>re-launch Windows PowerShell</a:t>
            </a:r>
            <a:endParaRPr lang="en-US" altLang="zh-CN"/>
          </a:p>
          <a:p>
            <a:pPr lvl="2"/>
            <a:r>
              <a:rPr lang="en-US" altLang="zh-CN"/>
              <a:t>usbipd list</a:t>
            </a:r>
            <a:endParaRPr lang="en-US" altLang="zh-CN"/>
          </a:p>
          <a:p>
            <a:pPr lvl="2"/>
            <a:r>
              <a:rPr lang="en-US" altLang="zh-CN"/>
              <a:t>usbipd bind --busid=&lt;BUSID&gt;</a:t>
            </a:r>
            <a:endParaRPr lang="en-US" altLang="zh-CN"/>
          </a:p>
          <a:p>
            <a:pPr lvl="2"/>
            <a:r>
              <a:rPr lang="en-US" altLang="zh-CN"/>
              <a:t>usbipd attach --wsl --busid &lt;busid&gt;</a:t>
            </a:r>
            <a:endParaRPr lang="en-US" altLang="zh-CN"/>
          </a:p>
          <a:p>
            <a:pPr lvl="2"/>
            <a:r>
              <a:rPr lang="en-US" altLang="zh-CN"/>
              <a:t>usbipd detach --busid &lt;busid&gt;</a:t>
            </a:r>
            <a:endParaRPr lang="en-US" altLang="zh-CN"/>
          </a:p>
          <a:p>
            <a:pPr lvl="1"/>
            <a:r>
              <a:rPr lang="en-US" altLang="zh-CN"/>
              <a:t>WSL2</a:t>
            </a:r>
            <a:endParaRPr lang="en-US" altLang="zh-CN"/>
          </a:p>
          <a:p>
            <a:pPr lvl="2"/>
            <a:r>
              <a:rPr lang="en-US" altLang="zh-CN"/>
              <a:t>lsusb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0" y="1083310"/>
            <a:ext cx="5422265" cy="8597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Back and Move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Export</a:t>
            </a:r>
            <a:endParaRPr lang="en-US" altLang="zh-CN"/>
          </a:p>
          <a:p>
            <a:pPr lvl="1"/>
            <a:r>
              <a:rPr lang="en-US" altLang="zh-CN"/>
              <a:t>wsl --list --verbose	// get linux distribution name</a:t>
            </a:r>
            <a:endParaRPr lang="en-US" altLang="zh-CN"/>
          </a:p>
          <a:p>
            <a:pPr lvl="1"/>
            <a:r>
              <a:rPr lang="en-US" altLang="zh-CN"/>
              <a:t>wsl --shutdown</a:t>
            </a:r>
            <a:endParaRPr lang="en-US" altLang="zh-CN"/>
          </a:p>
          <a:p>
            <a:pPr lvl="1"/>
            <a:r>
              <a:rPr lang="en-US" altLang="zh-CN"/>
              <a:t>mkdir D:\backup</a:t>
            </a:r>
            <a:endParaRPr lang="en-US" altLang="zh-CN"/>
          </a:p>
          <a:p>
            <a:pPr lvl="1"/>
            <a:r>
              <a:rPr lang="en-US" altLang="zh-CN"/>
              <a:t>wsl --export {Ubuntu-18.04} D:\backup\ubuntu-18.04.tar</a:t>
            </a:r>
            <a:endParaRPr lang="en-US" altLang="zh-CN"/>
          </a:p>
          <a:p>
            <a:pPr lvl="1"/>
            <a:r>
              <a:rPr lang="en-US" altLang="zh-CN"/>
              <a:t>wsl --unregister {Ubuntu-18.04}</a:t>
            </a:r>
            <a:endParaRPr lang="en-US" altLang="zh-CN"/>
          </a:p>
          <a:p>
            <a:pPr lvl="0"/>
            <a:r>
              <a:rPr lang="en-US" altLang="zh-CN" sz="2400"/>
              <a:t>Import</a:t>
            </a:r>
            <a:endParaRPr lang="en-US" altLang="zh-CN"/>
          </a:p>
          <a:p>
            <a:pPr lvl="1"/>
            <a:r>
              <a:rPr lang="en-US" altLang="zh-CN"/>
              <a:t>mkdir D:\WSL\</a:t>
            </a:r>
            <a:endParaRPr lang="en-US" altLang="zh-CN"/>
          </a:p>
          <a:p>
            <a:pPr lvl="1"/>
            <a:r>
              <a:rPr lang="en-US" altLang="zh-CN"/>
              <a:t>wsl --import {Ubuntu-18.04} D:\WSL\ D:\backup\ubuntu-18.04.tar</a:t>
            </a:r>
            <a:endParaRPr lang="en-US" altLang="zh-CN"/>
          </a:p>
          <a:p>
            <a:pPr lvl="1"/>
            <a:r>
              <a:rPr lang="en-US" altLang="zh-CN"/>
              <a:t>cd $env:USERPROFILE\AppData\Local\Microsoft\WindowsApps</a:t>
            </a:r>
            <a:endParaRPr lang="en-US" altLang="zh-CN"/>
          </a:p>
          <a:p>
            <a:pPr lvl="1"/>
            <a:r>
              <a:rPr lang="en-US" altLang="zh-CN"/>
              <a:t>.\ubuntu1804.exe config --default-user lgm</a:t>
            </a:r>
            <a:endParaRPr lang="en-US" altLang="zh-CN"/>
          </a:p>
          <a:p>
            <a:pPr lvl="1"/>
            <a:r>
              <a:rPr lang="en-US" altLang="zh-CN"/>
              <a:t>wsl --distribution {Ubuntu-18.04}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System has not been booted with systemd as init system (PID 1). Can't operate.</a:t>
            </a:r>
            <a:endParaRPr lang="zh-CN" altLang="en-US"/>
          </a:p>
          <a:p>
            <a:pPr lvl="1"/>
            <a:r>
              <a:rPr lang="en-US" altLang="zh-CN"/>
              <a:t>Use “sudo service redis-server start” instead</a:t>
            </a:r>
            <a:endParaRPr lang="en-US" altLang="zh-CN"/>
          </a:p>
          <a:p>
            <a:pPr lvl="0"/>
            <a:r>
              <a:rPr lang="en-US" altLang="zh-CN"/>
              <a:t>datetime is incorrect</a:t>
            </a:r>
            <a:endParaRPr lang="en-US" altLang="zh-CN"/>
          </a:p>
          <a:p>
            <a:pPr lvl="1"/>
            <a:r>
              <a:rPr lang="en-US" altLang="zh-CN"/>
              <a:t>sudo hwclock -s</a:t>
            </a:r>
            <a:endParaRPr lang="en-US" altLang="zh-CN"/>
          </a:p>
          <a:p>
            <a:pPr lvl="1"/>
            <a:r>
              <a:rPr lang="en-US" altLang="zh-CN"/>
              <a:t>sudo crontab -e</a:t>
            </a:r>
            <a:endParaRPr lang="en-US" altLang="zh-CN"/>
          </a:p>
          <a:p>
            <a:pPr lvl="2"/>
            <a:r>
              <a:rPr lang="en-US" altLang="zh-CN"/>
              <a:t>10 * * * * ntpdate time.windows.com 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  <p:tag name="KSO_WM_SLIDE_MODEL_TYPE" val="cover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UNIT_TABLE_BEAUTIFY" val="smartTable{783cf1b9-3d7a-4d44-a888-3c0396b45c37}"/>
  <p:tag name="TABLE_ENDDRAG_ORIGIN_RECT" val="821*243"/>
  <p:tag name="TABLE_ENDDRAG_RECT" val="72*100*821*243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COMMONDATA" val="eyJoZGlkIjoiYjRhZjQ5NWVmZmQxNmM3NmNkNDYxNWRmNzNmMjA1ZDAifQ=="/>
  <p:tag name="KSO_WPP_MARK_KEY" val="4a1a885f-1ec6-43c3-80e1-c5ff2134d3c6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4899</Words>
  <Application>WPS 演示</Application>
  <PresentationFormat>宽屏</PresentationFormat>
  <Paragraphs>207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黑体</vt:lpstr>
      <vt:lpstr>微软雅黑</vt:lpstr>
      <vt:lpstr>Arial Unicode MS</vt:lpstr>
      <vt:lpstr>1_A000120140530A02PPBG</vt:lpstr>
      <vt:lpstr>WSL Notes</vt:lpstr>
      <vt:lpstr>References</vt:lpstr>
      <vt:lpstr>Install</vt:lpstr>
      <vt:lpstr>Commands</vt:lpstr>
      <vt:lpstr>Config</vt:lpstr>
      <vt:lpstr>Storage</vt:lpstr>
      <vt:lpstr>Run GUI Apps</vt:lpstr>
      <vt:lpstr>Run GUI Apps in WSL2</vt:lpstr>
      <vt:lpstr>Access WSL files in Windows</vt:lpstr>
      <vt:lpstr>Network</vt:lpstr>
      <vt:lpstr>GPU</vt:lpstr>
      <vt:lpstr>Audio</vt:lpstr>
      <vt:lpstr>Change Swap Size</vt:lpstr>
      <vt:lpstr>USB</vt:lpstr>
      <vt:lpstr>Support USB Devices</vt:lpstr>
      <vt:lpstr>Back and Move</vt:lpstr>
      <vt:lpstr>FAQ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Sparks Lu</cp:lastModifiedBy>
  <cp:revision>169</cp:revision>
  <dcterms:created xsi:type="dcterms:W3CDTF">2019-06-19T02:08:00Z</dcterms:created>
  <dcterms:modified xsi:type="dcterms:W3CDTF">2026-06-19T06:34:00Z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CC3EE709099F49808A83E3C0029A790A</vt:lpwstr>
  </property>
</Properties>
</file>