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18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5" r:id="rId32"/>
  </p:sldIdLst>
  <p:sldSz cx="12192000" cy="6858000"/>
  <p:notesSz cx="7103745" cy="10234295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gs" Target="tags/tag64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8" Type="http://schemas.openxmlformats.org/officeDocument/2006/relationships/tags" Target="../tags/tag95.xml"/><Relationship Id="rId17" Type="http://schemas.openxmlformats.org/officeDocument/2006/relationships/tags" Target="../tags/tag94.xml"/><Relationship Id="rId16" Type="http://schemas.openxmlformats.org/officeDocument/2006/relationships/tags" Target="../tags/tag93.xml"/><Relationship Id="rId15" Type="http://schemas.openxmlformats.org/officeDocument/2006/relationships/tags" Target="../tags/tag92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5" Type="http://schemas.openxmlformats.org/officeDocument/2006/relationships/tags" Target="../tags/tag143.xml"/><Relationship Id="rId24" Type="http://schemas.openxmlformats.org/officeDocument/2006/relationships/tags" Target="../tags/tag142.xml"/><Relationship Id="rId23" Type="http://schemas.openxmlformats.org/officeDocument/2006/relationships/tags" Target="../tags/tag141.xml"/><Relationship Id="rId22" Type="http://schemas.openxmlformats.org/officeDocument/2006/relationships/tags" Target="../tags/tag140.xml"/><Relationship Id="rId21" Type="http://schemas.openxmlformats.org/officeDocument/2006/relationships/tags" Target="../tags/tag139.xml"/><Relationship Id="rId20" Type="http://schemas.openxmlformats.org/officeDocument/2006/relationships/tags" Target="../tags/tag138.xml"/><Relationship Id="rId2" Type="http://schemas.openxmlformats.org/officeDocument/2006/relationships/tags" Target="../tags/tag120.xml"/><Relationship Id="rId19" Type="http://schemas.openxmlformats.org/officeDocument/2006/relationships/tags" Target="../tags/tag137.xml"/><Relationship Id="rId18" Type="http://schemas.openxmlformats.org/officeDocument/2006/relationships/tags" Target="../tags/tag136.xml"/><Relationship Id="rId17" Type="http://schemas.openxmlformats.org/officeDocument/2006/relationships/tags" Target="../tags/tag135.xml"/><Relationship Id="rId16" Type="http://schemas.openxmlformats.org/officeDocument/2006/relationships/tags" Target="../tags/tag134.xml"/><Relationship Id="rId15" Type="http://schemas.openxmlformats.org/officeDocument/2006/relationships/tags" Target="../tags/tag133.xml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2" Type="http://schemas.openxmlformats.org/officeDocument/2006/relationships/tags" Target="../tags/tag154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8" Type="http://schemas.openxmlformats.org/officeDocument/2006/relationships/tags" Target="../tags/tag171.xml"/><Relationship Id="rId17" Type="http://schemas.openxmlformats.org/officeDocument/2006/relationships/tags" Target="../tags/tag170.xml"/><Relationship Id="rId16" Type="http://schemas.openxmlformats.org/officeDocument/2006/relationships/tags" Target="../tags/tag169.xml"/><Relationship Id="rId15" Type="http://schemas.openxmlformats.org/officeDocument/2006/relationships/tags" Target="../tags/tag168.xml"/><Relationship Id="rId14" Type="http://schemas.openxmlformats.org/officeDocument/2006/relationships/tags" Target="../tags/tag167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8" Type="http://schemas.openxmlformats.org/officeDocument/2006/relationships/tags" Target="../tags/tag188.xml"/><Relationship Id="rId17" Type="http://schemas.openxmlformats.org/officeDocument/2006/relationships/tags" Target="../tags/tag187.xml"/><Relationship Id="rId16" Type="http://schemas.openxmlformats.org/officeDocument/2006/relationships/tags" Target="../tags/tag186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4" Type="http://schemas.openxmlformats.org/officeDocument/2006/relationships/tags" Target="../tags/tag201.xml"/><Relationship Id="rId13" Type="http://schemas.openxmlformats.org/officeDocument/2006/relationships/tags" Target="../tags/tag200.xml"/><Relationship Id="rId12" Type="http://schemas.openxmlformats.org/officeDocument/2006/relationships/tags" Target="../tags/tag199.xml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3" Type="http://schemas.openxmlformats.org/officeDocument/2006/relationships/tags" Target="../tags/tag213.xml"/><Relationship Id="rId12" Type="http://schemas.openxmlformats.org/officeDocument/2006/relationships/tags" Target="../tags/tag212.xml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21.xml"/><Relationship Id="rId8" Type="http://schemas.openxmlformats.org/officeDocument/2006/relationships/tags" Target="../tags/tag220.xml"/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8" Type="http://schemas.openxmlformats.org/officeDocument/2006/relationships/tags" Target="../tags/tag230.xml"/><Relationship Id="rId17" Type="http://schemas.openxmlformats.org/officeDocument/2006/relationships/tags" Target="../tags/tag229.xml"/><Relationship Id="rId16" Type="http://schemas.openxmlformats.org/officeDocument/2006/relationships/tags" Target="../tags/tag228.xml"/><Relationship Id="rId15" Type="http://schemas.openxmlformats.org/officeDocument/2006/relationships/tags" Target="../tags/tag227.xml"/><Relationship Id="rId14" Type="http://schemas.openxmlformats.org/officeDocument/2006/relationships/tags" Target="../tags/tag226.xml"/><Relationship Id="rId13" Type="http://schemas.openxmlformats.org/officeDocument/2006/relationships/tags" Target="../tags/tag225.xml"/><Relationship Id="rId12" Type="http://schemas.openxmlformats.org/officeDocument/2006/relationships/tags" Target="../tags/tag224.xml"/><Relationship Id="rId11" Type="http://schemas.openxmlformats.org/officeDocument/2006/relationships/tags" Target="../tags/tag223.xml"/><Relationship Id="rId10" Type="http://schemas.openxmlformats.org/officeDocument/2006/relationships/tags" Target="../tags/tag222.xm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38.xml"/><Relationship Id="rId8" Type="http://schemas.openxmlformats.org/officeDocument/2006/relationships/tags" Target="../tags/tag237.xml"/><Relationship Id="rId7" Type="http://schemas.openxmlformats.org/officeDocument/2006/relationships/tags" Target="../tags/tag236.xml"/><Relationship Id="rId6" Type="http://schemas.openxmlformats.org/officeDocument/2006/relationships/tags" Target="../tags/tag235.xml"/><Relationship Id="rId5" Type="http://schemas.openxmlformats.org/officeDocument/2006/relationships/tags" Target="../tags/tag234.xml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8" Type="http://schemas.openxmlformats.org/officeDocument/2006/relationships/tags" Target="../tags/tag247.xml"/><Relationship Id="rId17" Type="http://schemas.openxmlformats.org/officeDocument/2006/relationships/tags" Target="../tags/tag246.xml"/><Relationship Id="rId16" Type="http://schemas.openxmlformats.org/officeDocument/2006/relationships/tags" Target="../tags/tag245.xml"/><Relationship Id="rId15" Type="http://schemas.openxmlformats.org/officeDocument/2006/relationships/tags" Target="../tags/tag244.xml"/><Relationship Id="rId14" Type="http://schemas.openxmlformats.org/officeDocument/2006/relationships/tags" Target="../tags/tag243.xml"/><Relationship Id="rId13" Type="http://schemas.openxmlformats.org/officeDocument/2006/relationships/tags" Target="../tags/tag242.xml"/><Relationship Id="rId12" Type="http://schemas.openxmlformats.org/officeDocument/2006/relationships/tags" Target="../tags/tag241.xml"/><Relationship Id="rId11" Type="http://schemas.openxmlformats.org/officeDocument/2006/relationships/tags" Target="../tags/tag240.xml"/><Relationship Id="rId10" Type="http://schemas.openxmlformats.org/officeDocument/2006/relationships/tags" Target="../tags/tag239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55.xml"/><Relationship Id="rId8" Type="http://schemas.openxmlformats.org/officeDocument/2006/relationships/tags" Target="../tags/tag254.xml"/><Relationship Id="rId7" Type="http://schemas.openxmlformats.org/officeDocument/2006/relationships/tags" Target="../tags/tag253.xml"/><Relationship Id="rId6" Type="http://schemas.openxmlformats.org/officeDocument/2006/relationships/tags" Target="../tags/tag252.xml"/><Relationship Id="rId5" Type="http://schemas.openxmlformats.org/officeDocument/2006/relationships/tags" Target="../tags/tag251.xml"/><Relationship Id="rId4" Type="http://schemas.openxmlformats.org/officeDocument/2006/relationships/tags" Target="../tags/tag250.xml"/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2" Type="http://schemas.openxmlformats.org/officeDocument/2006/relationships/tags" Target="../tags/tag258.xml"/><Relationship Id="rId11" Type="http://schemas.openxmlformats.org/officeDocument/2006/relationships/tags" Target="../tags/tag257.xml"/><Relationship Id="rId10" Type="http://schemas.openxmlformats.org/officeDocument/2006/relationships/tags" Target="../tags/tag256.xm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66.xml"/><Relationship Id="rId8" Type="http://schemas.openxmlformats.org/officeDocument/2006/relationships/tags" Target="../tags/tag265.xml"/><Relationship Id="rId7" Type="http://schemas.openxmlformats.org/officeDocument/2006/relationships/tags" Target="../tags/tag264.xml"/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7" Type="http://schemas.openxmlformats.org/officeDocument/2006/relationships/tags" Target="../tags/tag274.xml"/><Relationship Id="rId16" Type="http://schemas.openxmlformats.org/officeDocument/2006/relationships/tags" Target="../tags/tag273.xml"/><Relationship Id="rId15" Type="http://schemas.openxmlformats.org/officeDocument/2006/relationships/tags" Target="../tags/tag272.xml"/><Relationship Id="rId14" Type="http://schemas.openxmlformats.org/officeDocument/2006/relationships/tags" Target="../tags/tag271.xml"/><Relationship Id="rId13" Type="http://schemas.openxmlformats.org/officeDocument/2006/relationships/tags" Target="../tags/tag270.xml"/><Relationship Id="rId12" Type="http://schemas.openxmlformats.org/officeDocument/2006/relationships/tags" Target="../tags/tag269.xml"/><Relationship Id="rId11" Type="http://schemas.openxmlformats.org/officeDocument/2006/relationships/tags" Target="../tags/tag268.xml"/><Relationship Id="rId10" Type="http://schemas.openxmlformats.org/officeDocument/2006/relationships/tags" Target="../tags/tag267.xm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82.xml"/><Relationship Id="rId8" Type="http://schemas.openxmlformats.org/officeDocument/2006/relationships/tags" Target="../tags/tag281.xml"/><Relationship Id="rId7" Type="http://schemas.openxmlformats.org/officeDocument/2006/relationships/tags" Target="../tags/tag280.xml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4" Type="http://schemas.openxmlformats.org/officeDocument/2006/relationships/tags" Target="../tags/tag277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3" Type="http://schemas.openxmlformats.org/officeDocument/2006/relationships/tags" Target="../tags/tag286.xml"/><Relationship Id="rId12" Type="http://schemas.openxmlformats.org/officeDocument/2006/relationships/tags" Target="../tags/tag285.xml"/><Relationship Id="rId11" Type="http://schemas.openxmlformats.org/officeDocument/2006/relationships/tags" Target="../tags/tag284.xml"/><Relationship Id="rId10" Type="http://schemas.openxmlformats.org/officeDocument/2006/relationships/tags" Target="../tags/tag283.xm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94.xml"/><Relationship Id="rId8" Type="http://schemas.openxmlformats.org/officeDocument/2006/relationships/tags" Target="../tags/tag293.xml"/><Relationship Id="rId7" Type="http://schemas.openxmlformats.org/officeDocument/2006/relationships/tags" Target="../tags/tag292.xml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7" Type="http://schemas.openxmlformats.org/officeDocument/2006/relationships/tags" Target="../tags/tag302.xml"/><Relationship Id="rId16" Type="http://schemas.openxmlformats.org/officeDocument/2006/relationships/tags" Target="../tags/tag301.xml"/><Relationship Id="rId15" Type="http://schemas.openxmlformats.org/officeDocument/2006/relationships/tags" Target="../tags/tag300.xml"/><Relationship Id="rId14" Type="http://schemas.openxmlformats.org/officeDocument/2006/relationships/tags" Target="../tags/tag299.xml"/><Relationship Id="rId13" Type="http://schemas.openxmlformats.org/officeDocument/2006/relationships/tags" Target="../tags/tag298.xml"/><Relationship Id="rId12" Type="http://schemas.openxmlformats.org/officeDocument/2006/relationships/tags" Target="../tags/tag297.xml"/><Relationship Id="rId11" Type="http://schemas.openxmlformats.org/officeDocument/2006/relationships/tags" Target="../tags/tag296.xml"/><Relationship Id="rId10" Type="http://schemas.openxmlformats.org/officeDocument/2006/relationships/tags" Target="../tags/tag295.xml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310.xml"/><Relationship Id="rId8" Type="http://schemas.openxmlformats.org/officeDocument/2006/relationships/tags" Target="../tags/tag309.xml"/><Relationship Id="rId7" Type="http://schemas.openxmlformats.org/officeDocument/2006/relationships/tags" Target="../tags/tag308.xml"/><Relationship Id="rId6" Type="http://schemas.openxmlformats.org/officeDocument/2006/relationships/tags" Target="../tags/tag307.xml"/><Relationship Id="rId5" Type="http://schemas.openxmlformats.org/officeDocument/2006/relationships/tags" Target="../tags/tag306.xml"/><Relationship Id="rId4" Type="http://schemas.openxmlformats.org/officeDocument/2006/relationships/tags" Target="../tags/tag305.xml"/><Relationship Id="rId3" Type="http://schemas.openxmlformats.org/officeDocument/2006/relationships/tags" Target="../tags/tag304.xml"/><Relationship Id="rId2" Type="http://schemas.openxmlformats.org/officeDocument/2006/relationships/tags" Target="../tags/tag303.xml"/><Relationship Id="rId13" Type="http://schemas.openxmlformats.org/officeDocument/2006/relationships/tags" Target="../tags/tag314.xml"/><Relationship Id="rId12" Type="http://schemas.openxmlformats.org/officeDocument/2006/relationships/tags" Target="../tags/tag313.xml"/><Relationship Id="rId11" Type="http://schemas.openxmlformats.org/officeDocument/2006/relationships/tags" Target="../tags/tag312.xml"/><Relationship Id="rId10" Type="http://schemas.openxmlformats.org/officeDocument/2006/relationships/tags" Target="../tags/tag311.xm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322.xml"/><Relationship Id="rId8" Type="http://schemas.openxmlformats.org/officeDocument/2006/relationships/tags" Target="../tags/tag321.xml"/><Relationship Id="rId7" Type="http://schemas.openxmlformats.org/officeDocument/2006/relationships/tags" Target="../tags/tag320.xml"/><Relationship Id="rId6" Type="http://schemas.openxmlformats.org/officeDocument/2006/relationships/tags" Target="../tags/tag319.xml"/><Relationship Id="rId5" Type="http://schemas.openxmlformats.org/officeDocument/2006/relationships/tags" Target="../tags/tag318.xml"/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5" Type="http://schemas.openxmlformats.org/officeDocument/2006/relationships/tags" Target="../tags/tag328.xml"/><Relationship Id="rId14" Type="http://schemas.openxmlformats.org/officeDocument/2006/relationships/tags" Target="../tags/tag327.xml"/><Relationship Id="rId13" Type="http://schemas.openxmlformats.org/officeDocument/2006/relationships/tags" Target="../tags/tag326.xml"/><Relationship Id="rId12" Type="http://schemas.openxmlformats.org/officeDocument/2006/relationships/tags" Target="../tags/tag325.xml"/><Relationship Id="rId11" Type="http://schemas.openxmlformats.org/officeDocument/2006/relationships/tags" Target="../tags/tag324.xml"/><Relationship Id="rId10" Type="http://schemas.openxmlformats.org/officeDocument/2006/relationships/tags" Target="../tags/tag323.xml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336.xml"/><Relationship Id="rId8" Type="http://schemas.openxmlformats.org/officeDocument/2006/relationships/tags" Target="../tags/tag335.xml"/><Relationship Id="rId7" Type="http://schemas.openxmlformats.org/officeDocument/2006/relationships/tags" Target="../tags/tag334.xml"/><Relationship Id="rId6" Type="http://schemas.openxmlformats.org/officeDocument/2006/relationships/tags" Target="../tags/tag333.xml"/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7" Type="http://schemas.openxmlformats.org/officeDocument/2006/relationships/tags" Target="../tags/tag344.xml"/><Relationship Id="rId16" Type="http://schemas.openxmlformats.org/officeDocument/2006/relationships/tags" Target="../tags/tag343.xml"/><Relationship Id="rId15" Type="http://schemas.openxmlformats.org/officeDocument/2006/relationships/tags" Target="../tags/tag342.xml"/><Relationship Id="rId14" Type="http://schemas.openxmlformats.org/officeDocument/2006/relationships/tags" Target="../tags/tag341.xml"/><Relationship Id="rId13" Type="http://schemas.openxmlformats.org/officeDocument/2006/relationships/tags" Target="../tags/tag340.xml"/><Relationship Id="rId12" Type="http://schemas.openxmlformats.org/officeDocument/2006/relationships/tags" Target="../tags/tag339.xml"/><Relationship Id="rId11" Type="http://schemas.openxmlformats.org/officeDocument/2006/relationships/tags" Target="../tags/tag338.xml"/><Relationship Id="rId10" Type="http://schemas.openxmlformats.org/officeDocument/2006/relationships/tags" Target="../tags/tag337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352.xml"/><Relationship Id="rId8" Type="http://schemas.openxmlformats.org/officeDocument/2006/relationships/tags" Target="../tags/tag351.xml"/><Relationship Id="rId7" Type="http://schemas.openxmlformats.org/officeDocument/2006/relationships/tags" Target="../tags/tag350.xml"/><Relationship Id="rId6" Type="http://schemas.openxmlformats.org/officeDocument/2006/relationships/tags" Target="../tags/tag349.xml"/><Relationship Id="rId5" Type="http://schemas.openxmlformats.org/officeDocument/2006/relationships/tags" Target="../tags/tag348.xml"/><Relationship Id="rId4" Type="http://schemas.openxmlformats.org/officeDocument/2006/relationships/tags" Target="../tags/tag347.xml"/><Relationship Id="rId3" Type="http://schemas.openxmlformats.org/officeDocument/2006/relationships/tags" Target="../tags/tag346.xml"/><Relationship Id="rId2" Type="http://schemas.openxmlformats.org/officeDocument/2006/relationships/tags" Target="../tags/tag345.xml"/><Relationship Id="rId14" Type="http://schemas.openxmlformats.org/officeDocument/2006/relationships/tags" Target="../tags/tag357.xml"/><Relationship Id="rId13" Type="http://schemas.openxmlformats.org/officeDocument/2006/relationships/tags" Target="../tags/tag356.xml"/><Relationship Id="rId12" Type="http://schemas.openxmlformats.org/officeDocument/2006/relationships/tags" Target="../tags/tag355.xml"/><Relationship Id="rId11" Type="http://schemas.openxmlformats.org/officeDocument/2006/relationships/tags" Target="../tags/tag354.xml"/><Relationship Id="rId10" Type="http://schemas.openxmlformats.org/officeDocument/2006/relationships/tags" Target="../tags/tag353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365.xml"/><Relationship Id="rId8" Type="http://schemas.openxmlformats.org/officeDocument/2006/relationships/tags" Target="../tags/tag364.xml"/><Relationship Id="rId7" Type="http://schemas.openxmlformats.org/officeDocument/2006/relationships/tags" Target="../tags/tag363.xml"/><Relationship Id="rId6" Type="http://schemas.openxmlformats.org/officeDocument/2006/relationships/tags" Target="../tags/tag362.xml"/><Relationship Id="rId5" Type="http://schemas.openxmlformats.org/officeDocument/2006/relationships/tags" Target="../tags/tag361.xml"/><Relationship Id="rId4" Type="http://schemas.openxmlformats.org/officeDocument/2006/relationships/tags" Target="../tags/tag360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7" Type="http://schemas.openxmlformats.org/officeDocument/2006/relationships/tags" Target="../tags/tag373.xml"/><Relationship Id="rId16" Type="http://schemas.openxmlformats.org/officeDocument/2006/relationships/tags" Target="../tags/tag372.xml"/><Relationship Id="rId15" Type="http://schemas.openxmlformats.org/officeDocument/2006/relationships/tags" Target="../tags/tag371.xml"/><Relationship Id="rId14" Type="http://schemas.openxmlformats.org/officeDocument/2006/relationships/tags" Target="../tags/tag370.xml"/><Relationship Id="rId13" Type="http://schemas.openxmlformats.org/officeDocument/2006/relationships/tags" Target="../tags/tag369.xml"/><Relationship Id="rId12" Type="http://schemas.openxmlformats.org/officeDocument/2006/relationships/tags" Target="../tags/tag368.xml"/><Relationship Id="rId11" Type="http://schemas.openxmlformats.org/officeDocument/2006/relationships/tags" Target="../tags/tag367.xml"/><Relationship Id="rId10" Type="http://schemas.openxmlformats.org/officeDocument/2006/relationships/tags" Target="../tags/tag36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文本框 10"/>
          <p:cNvSpPr txBox="1"/>
          <p:nvPr userDrawn="1">
            <p:custDataLst>
              <p:tags r:id="rId6"/>
            </p:custDataLst>
          </p:nvPr>
        </p:nvSpPr>
        <p:spPr>
          <a:xfrm>
            <a:off x="1130334" y="5498053"/>
            <a:ext cx="1368028" cy="238423"/>
          </a:xfrm>
          <a:custGeom>
            <a:avLst/>
            <a:gdLst/>
            <a:ahLst/>
            <a:cxnLst/>
            <a:rect l="l" t="t" r="r" b="b"/>
            <a:pathLst>
              <a:path w="1368028" h="238423">
                <a:moveTo>
                  <a:pt x="297954" y="102691"/>
                </a:moveTo>
                <a:cubicBezTo>
                  <a:pt x="285353" y="102691"/>
                  <a:pt x="275555" y="107007"/>
                  <a:pt x="268560" y="115639"/>
                </a:cubicBezTo>
                <a:cubicBezTo>
                  <a:pt x="261565" y="124271"/>
                  <a:pt x="258068" y="136475"/>
                  <a:pt x="258068" y="152251"/>
                </a:cubicBezTo>
                <a:cubicBezTo>
                  <a:pt x="258068" y="185093"/>
                  <a:pt x="271463" y="201513"/>
                  <a:pt x="298252" y="201513"/>
                </a:cubicBezTo>
                <a:cubicBezTo>
                  <a:pt x="323949" y="201513"/>
                  <a:pt x="336798" y="184646"/>
                  <a:pt x="336798" y="150912"/>
                </a:cubicBezTo>
                <a:cubicBezTo>
                  <a:pt x="336798" y="118765"/>
                  <a:pt x="323850" y="102691"/>
                  <a:pt x="297954" y="102691"/>
                </a:cubicBezTo>
                <a:close/>
                <a:moveTo>
                  <a:pt x="814536" y="98673"/>
                </a:moveTo>
                <a:cubicBezTo>
                  <a:pt x="806301" y="98673"/>
                  <a:pt x="799009" y="102046"/>
                  <a:pt x="792659" y="108793"/>
                </a:cubicBezTo>
                <a:cubicBezTo>
                  <a:pt x="786309" y="115540"/>
                  <a:pt x="782340" y="124470"/>
                  <a:pt x="780752" y="135582"/>
                </a:cubicBezTo>
                <a:lnTo>
                  <a:pt x="844451" y="135582"/>
                </a:lnTo>
                <a:cubicBezTo>
                  <a:pt x="844451" y="110976"/>
                  <a:pt x="834479" y="98673"/>
                  <a:pt x="814536" y="98673"/>
                </a:cubicBezTo>
                <a:close/>
                <a:moveTo>
                  <a:pt x="1314748" y="65782"/>
                </a:moveTo>
                <a:cubicBezTo>
                  <a:pt x="1329829" y="65782"/>
                  <a:pt x="1344365" y="68014"/>
                  <a:pt x="1358354" y="72479"/>
                </a:cubicBezTo>
                <a:lnTo>
                  <a:pt x="1358354" y="110282"/>
                </a:lnTo>
                <a:cubicBezTo>
                  <a:pt x="1345555" y="102741"/>
                  <a:pt x="1331466" y="98971"/>
                  <a:pt x="1316087" y="98971"/>
                </a:cubicBezTo>
                <a:cubicBezTo>
                  <a:pt x="1308447" y="98971"/>
                  <a:pt x="1302296" y="100335"/>
                  <a:pt x="1297633" y="103063"/>
                </a:cubicBezTo>
                <a:cubicBezTo>
                  <a:pt x="1292969" y="105792"/>
                  <a:pt x="1290638" y="109389"/>
                  <a:pt x="1290638" y="113853"/>
                </a:cubicBezTo>
                <a:cubicBezTo>
                  <a:pt x="1290638" y="121394"/>
                  <a:pt x="1297583" y="127496"/>
                  <a:pt x="1311474" y="132159"/>
                </a:cubicBezTo>
                <a:cubicBezTo>
                  <a:pt x="1326356" y="137120"/>
                  <a:pt x="1337543" y="141635"/>
                  <a:pt x="1345034" y="145703"/>
                </a:cubicBezTo>
                <a:cubicBezTo>
                  <a:pt x="1352525" y="149771"/>
                  <a:pt x="1358230" y="155128"/>
                  <a:pt x="1362150" y="161776"/>
                </a:cubicBezTo>
                <a:cubicBezTo>
                  <a:pt x="1366069" y="168424"/>
                  <a:pt x="1368028" y="176113"/>
                  <a:pt x="1368028" y="184844"/>
                </a:cubicBezTo>
                <a:cubicBezTo>
                  <a:pt x="1368028" y="201811"/>
                  <a:pt x="1361232" y="214982"/>
                  <a:pt x="1347639" y="224358"/>
                </a:cubicBezTo>
                <a:cubicBezTo>
                  <a:pt x="1334046" y="233735"/>
                  <a:pt x="1315889" y="238423"/>
                  <a:pt x="1293168" y="238423"/>
                </a:cubicBezTo>
                <a:cubicBezTo>
                  <a:pt x="1275308" y="238423"/>
                  <a:pt x="1258788" y="235595"/>
                  <a:pt x="1243608" y="229939"/>
                </a:cubicBezTo>
                <a:lnTo>
                  <a:pt x="1243608" y="190202"/>
                </a:lnTo>
                <a:cubicBezTo>
                  <a:pt x="1260078" y="200223"/>
                  <a:pt x="1276201" y="205234"/>
                  <a:pt x="1291977" y="205234"/>
                </a:cubicBezTo>
                <a:cubicBezTo>
                  <a:pt x="1311821" y="205234"/>
                  <a:pt x="1321743" y="199926"/>
                  <a:pt x="1321743" y="189309"/>
                </a:cubicBezTo>
                <a:cubicBezTo>
                  <a:pt x="1321743" y="181769"/>
                  <a:pt x="1313557" y="175468"/>
                  <a:pt x="1297186" y="170408"/>
                </a:cubicBezTo>
                <a:cubicBezTo>
                  <a:pt x="1276747" y="164058"/>
                  <a:pt x="1262707" y="156989"/>
                  <a:pt x="1255068" y="149200"/>
                </a:cubicBezTo>
                <a:cubicBezTo>
                  <a:pt x="1247428" y="141411"/>
                  <a:pt x="1243608" y="130869"/>
                  <a:pt x="1243608" y="117574"/>
                </a:cubicBezTo>
                <a:cubicBezTo>
                  <a:pt x="1243608" y="101401"/>
                  <a:pt x="1250156" y="88726"/>
                  <a:pt x="1263253" y="79549"/>
                </a:cubicBezTo>
                <a:cubicBezTo>
                  <a:pt x="1276350" y="70371"/>
                  <a:pt x="1293515" y="65782"/>
                  <a:pt x="1314748" y="65782"/>
                </a:cubicBezTo>
                <a:close/>
                <a:moveTo>
                  <a:pt x="1025724" y="65782"/>
                </a:moveTo>
                <a:cubicBezTo>
                  <a:pt x="1062236" y="65782"/>
                  <a:pt x="1080492" y="88404"/>
                  <a:pt x="1080492" y="133648"/>
                </a:cubicBezTo>
                <a:lnTo>
                  <a:pt x="1080492" y="234404"/>
                </a:lnTo>
                <a:lnTo>
                  <a:pt x="1032718" y="234404"/>
                </a:lnTo>
                <a:lnTo>
                  <a:pt x="1032718" y="142577"/>
                </a:lnTo>
                <a:cubicBezTo>
                  <a:pt x="1032718" y="115987"/>
                  <a:pt x="1023144" y="102691"/>
                  <a:pt x="1003995" y="102691"/>
                </a:cubicBezTo>
                <a:cubicBezTo>
                  <a:pt x="994866" y="102691"/>
                  <a:pt x="987276" y="106238"/>
                  <a:pt x="981224" y="113333"/>
                </a:cubicBezTo>
                <a:cubicBezTo>
                  <a:pt x="975172" y="120427"/>
                  <a:pt x="972145" y="129480"/>
                  <a:pt x="972145" y="140494"/>
                </a:cubicBezTo>
                <a:lnTo>
                  <a:pt x="972145" y="234404"/>
                </a:lnTo>
                <a:lnTo>
                  <a:pt x="924074" y="234404"/>
                </a:lnTo>
                <a:lnTo>
                  <a:pt x="924074" y="69800"/>
                </a:lnTo>
                <a:lnTo>
                  <a:pt x="972145" y="69800"/>
                </a:lnTo>
                <a:lnTo>
                  <a:pt x="972145" y="95994"/>
                </a:lnTo>
                <a:lnTo>
                  <a:pt x="972741" y="95994"/>
                </a:lnTo>
                <a:cubicBezTo>
                  <a:pt x="984746" y="75853"/>
                  <a:pt x="1002407" y="65782"/>
                  <a:pt x="1025724" y="65782"/>
                </a:cubicBezTo>
                <a:close/>
                <a:moveTo>
                  <a:pt x="814834" y="65782"/>
                </a:moveTo>
                <a:cubicBezTo>
                  <a:pt x="838150" y="65782"/>
                  <a:pt x="856382" y="72851"/>
                  <a:pt x="869528" y="86990"/>
                </a:cubicBezTo>
                <a:cubicBezTo>
                  <a:pt x="882675" y="101129"/>
                  <a:pt x="889248" y="120551"/>
                  <a:pt x="889248" y="145256"/>
                </a:cubicBezTo>
                <a:lnTo>
                  <a:pt x="889248" y="165646"/>
                </a:lnTo>
                <a:lnTo>
                  <a:pt x="780901" y="165646"/>
                </a:lnTo>
                <a:cubicBezTo>
                  <a:pt x="782588" y="191145"/>
                  <a:pt x="797967" y="203894"/>
                  <a:pt x="827038" y="203894"/>
                </a:cubicBezTo>
                <a:cubicBezTo>
                  <a:pt x="845195" y="203894"/>
                  <a:pt x="861219" y="199430"/>
                  <a:pt x="875109" y="190500"/>
                </a:cubicBezTo>
                <a:lnTo>
                  <a:pt x="875109" y="225772"/>
                </a:lnTo>
                <a:cubicBezTo>
                  <a:pt x="860127" y="234206"/>
                  <a:pt x="840482" y="238423"/>
                  <a:pt x="816173" y="238423"/>
                </a:cubicBezTo>
                <a:cubicBezTo>
                  <a:pt x="789980" y="238423"/>
                  <a:pt x="769615" y="231031"/>
                  <a:pt x="755079" y="216247"/>
                </a:cubicBezTo>
                <a:cubicBezTo>
                  <a:pt x="740544" y="201464"/>
                  <a:pt x="733276" y="180876"/>
                  <a:pt x="733276" y="154484"/>
                </a:cubicBezTo>
                <a:cubicBezTo>
                  <a:pt x="733276" y="128191"/>
                  <a:pt x="741015" y="106834"/>
                  <a:pt x="756493" y="90413"/>
                </a:cubicBezTo>
                <a:cubicBezTo>
                  <a:pt x="771971" y="73992"/>
                  <a:pt x="791418" y="65782"/>
                  <a:pt x="814834" y="65782"/>
                </a:cubicBezTo>
                <a:close/>
                <a:moveTo>
                  <a:pt x="520898" y="65782"/>
                </a:moveTo>
                <a:cubicBezTo>
                  <a:pt x="557411" y="65782"/>
                  <a:pt x="575667" y="88404"/>
                  <a:pt x="575667" y="133648"/>
                </a:cubicBezTo>
                <a:lnTo>
                  <a:pt x="575667" y="234404"/>
                </a:lnTo>
                <a:lnTo>
                  <a:pt x="527893" y="234404"/>
                </a:lnTo>
                <a:lnTo>
                  <a:pt x="527893" y="142577"/>
                </a:lnTo>
                <a:cubicBezTo>
                  <a:pt x="527893" y="115987"/>
                  <a:pt x="518319" y="102691"/>
                  <a:pt x="499170" y="102691"/>
                </a:cubicBezTo>
                <a:cubicBezTo>
                  <a:pt x="490041" y="102691"/>
                  <a:pt x="482451" y="106238"/>
                  <a:pt x="476399" y="113333"/>
                </a:cubicBezTo>
                <a:cubicBezTo>
                  <a:pt x="470346" y="120427"/>
                  <a:pt x="467320" y="129480"/>
                  <a:pt x="467320" y="140494"/>
                </a:cubicBezTo>
                <a:lnTo>
                  <a:pt x="467320" y="234404"/>
                </a:lnTo>
                <a:lnTo>
                  <a:pt x="419249" y="234404"/>
                </a:lnTo>
                <a:lnTo>
                  <a:pt x="419249" y="69800"/>
                </a:lnTo>
                <a:lnTo>
                  <a:pt x="467320" y="69800"/>
                </a:lnTo>
                <a:lnTo>
                  <a:pt x="467320" y="95994"/>
                </a:lnTo>
                <a:lnTo>
                  <a:pt x="467916" y="95994"/>
                </a:lnTo>
                <a:cubicBezTo>
                  <a:pt x="479921" y="75853"/>
                  <a:pt x="497582" y="65782"/>
                  <a:pt x="520898" y="65782"/>
                </a:cubicBezTo>
                <a:close/>
                <a:moveTo>
                  <a:pt x="299145" y="65782"/>
                </a:moveTo>
                <a:cubicBezTo>
                  <a:pt x="325636" y="65782"/>
                  <a:pt x="346670" y="73397"/>
                  <a:pt x="362248" y="88627"/>
                </a:cubicBezTo>
                <a:cubicBezTo>
                  <a:pt x="377825" y="103857"/>
                  <a:pt x="385614" y="124321"/>
                  <a:pt x="385614" y="150019"/>
                </a:cubicBezTo>
                <a:cubicBezTo>
                  <a:pt x="385614" y="177006"/>
                  <a:pt x="377627" y="198487"/>
                  <a:pt x="361652" y="214461"/>
                </a:cubicBezTo>
                <a:cubicBezTo>
                  <a:pt x="345678" y="230435"/>
                  <a:pt x="324048" y="238423"/>
                  <a:pt x="296763" y="238423"/>
                </a:cubicBezTo>
                <a:cubicBezTo>
                  <a:pt x="269974" y="238423"/>
                  <a:pt x="248717" y="230758"/>
                  <a:pt x="232990" y="215429"/>
                </a:cubicBezTo>
                <a:cubicBezTo>
                  <a:pt x="217264" y="200099"/>
                  <a:pt x="209401" y="179239"/>
                  <a:pt x="209401" y="152846"/>
                </a:cubicBezTo>
                <a:cubicBezTo>
                  <a:pt x="209401" y="125760"/>
                  <a:pt x="217512" y="104477"/>
                  <a:pt x="233735" y="88999"/>
                </a:cubicBezTo>
                <a:cubicBezTo>
                  <a:pt x="249957" y="73521"/>
                  <a:pt x="271760" y="65782"/>
                  <a:pt x="299145" y="65782"/>
                </a:cubicBezTo>
                <a:close/>
                <a:moveTo>
                  <a:pt x="1183481" y="19943"/>
                </a:moveTo>
                <a:lnTo>
                  <a:pt x="1183481" y="69800"/>
                </a:lnTo>
                <a:lnTo>
                  <a:pt x="1220986" y="69800"/>
                </a:lnTo>
                <a:lnTo>
                  <a:pt x="1220986" y="105668"/>
                </a:lnTo>
                <a:lnTo>
                  <a:pt x="1183481" y="105668"/>
                </a:lnTo>
                <a:lnTo>
                  <a:pt x="1183481" y="175022"/>
                </a:lnTo>
                <a:cubicBezTo>
                  <a:pt x="1183481" y="192584"/>
                  <a:pt x="1190427" y="201364"/>
                  <a:pt x="1204317" y="201364"/>
                </a:cubicBezTo>
                <a:cubicBezTo>
                  <a:pt x="1209675" y="201364"/>
                  <a:pt x="1215231" y="199777"/>
                  <a:pt x="1220986" y="196602"/>
                </a:cubicBezTo>
                <a:lnTo>
                  <a:pt x="1220986" y="232469"/>
                </a:lnTo>
                <a:cubicBezTo>
                  <a:pt x="1213743" y="236438"/>
                  <a:pt x="1202779" y="238423"/>
                  <a:pt x="1188095" y="238423"/>
                </a:cubicBezTo>
                <a:cubicBezTo>
                  <a:pt x="1153170" y="238423"/>
                  <a:pt x="1135708" y="220067"/>
                  <a:pt x="1135708" y="183356"/>
                </a:cubicBezTo>
                <a:lnTo>
                  <a:pt x="1135708" y="105668"/>
                </a:lnTo>
                <a:lnTo>
                  <a:pt x="1108621" y="105668"/>
                </a:lnTo>
                <a:lnTo>
                  <a:pt x="1108621" y="69800"/>
                </a:lnTo>
                <a:lnTo>
                  <a:pt x="1135708" y="69800"/>
                </a:lnTo>
                <a:lnTo>
                  <a:pt x="1135708" y="33635"/>
                </a:lnTo>
                <a:close/>
                <a:moveTo>
                  <a:pt x="678656" y="19943"/>
                </a:moveTo>
                <a:lnTo>
                  <a:pt x="678656" y="69800"/>
                </a:lnTo>
                <a:lnTo>
                  <a:pt x="716161" y="69800"/>
                </a:lnTo>
                <a:lnTo>
                  <a:pt x="716161" y="105668"/>
                </a:lnTo>
                <a:lnTo>
                  <a:pt x="678656" y="105668"/>
                </a:lnTo>
                <a:lnTo>
                  <a:pt x="678656" y="175022"/>
                </a:lnTo>
                <a:cubicBezTo>
                  <a:pt x="678656" y="192584"/>
                  <a:pt x="685602" y="201364"/>
                  <a:pt x="699492" y="201364"/>
                </a:cubicBezTo>
                <a:cubicBezTo>
                  <a:pt x="704850" y="201364"/>
                  <a:pt x="710406" y="199777"/>
                  <a:pt x="716161" y="196602"/>
                </a:cubicBezTo>
                <a:lnTo>
                  <a:pt x="716161" y="232469"/>
                </a:lnTo>
                <a:cubicBezTo>
                  <a:pt x="708918" y="236438"/>
                  <a:pt x="697954" y="238423"/>
                  <a:pt x="683270" y="238423"/>
                </a:cubicBezTo>
                <a:cubicBezTo>
                  <a:pt x="648345" y="238423"/>
                  <a:pt x="630882" y="220067"/>
                  <a:pt x="630882" y="183356"/>
                </a:cubicBezTo>
                <a:lnTo>
                  <a:pt x="630882" y="105668"/>
                </a:lnTo>
                <a:lnTo>
                  <a:pt x="603796" y="105668"/>
                </a:lnTo>
                <a:lnTo>
                  <a:pt x="603796" y="69800"/>
                </a:lnTo>
                <a:lnTo>
                  <a:pt x="630882" y="69800"/>
                </a:lnTo>
                <a:lnTo>
                  <a:pt x="630882" y="33635"/>
                </a:lnTo>
                <a:close/>
                <a:moveTo>
                  <a:pt x="122337" y="0"/>
                </a:moveTo>
                <a:cubicBezTo>
                  <a:pt x="144859" y="0"/>
                  <a:pt x="163711" y="2927"/>
                  <a:pt x="178891" y="8781"/>
                </a:cubicBezTo>
                <a:lnTo>
                  <a:pt x="178891" y="56257"/>
                </a:lnTo>
                <a:cubicBezTo>
                  <a:pt x="163314" y="47129"/>
                  <a:pt x="145653" y="42565"/>
                  <a:pt x="125909" y="42565"/>
                </a:cubicBezTo>
                <a:cubicBezTo>
                  <a:pt x="103386" y="42565"/>
                  <a:pt x="85378" y="49758"/>
                  <a:pt x="71884" y="64145"/>
                </a:cubicBezTo>
                <a:cubicBezTo>
                  <a:pt x="58390" y="78532"/>
                  <a:pt x="51643" y="97334"/>
                  <a:pt x="51643" y="120551"/>
                </a:cubicBezTo>
                <a:cubicBezTo>
                  <a:pt x="51643" y="143173"/>
                  <a:pt x="58043" y="161379"/>
                  <a:pt x="70842" y="175171"/>
                </a:cubicBezTo>
                <a:cubicBezTo>
                  <a:pt x="83641" y="188962"/>
                  <a:pt x="100955" y="195858"/>
                  <a:pt x="122783" y="195858"/>
                </a:cubicBezTo>
                <a:cubicBezTo>
                  <a:pt x="143321" y="195858"/>
                  <a:pt x="162024" y="190897"/>
                  <a:pt x="178891" y="180975"/>
                </a:cubicBezTo>
                <a:lnTo>
                  <a:pt x="178891" y="226070"/>
                </a:lnTo>
                <a:cubicBezTo>
                  <a:pt x="162123" y="234305"/>
                  <a:pt x="140246" y="238423"/>
                  <a:pt x="113258" y="238423"/>
                </a:cubicBezTo>
                <a:cubicBezTo>
                  <a:pt x="78532" y="238423"/>
                  <a:pt x="50974" y="228029"/>
                  <a:pt x="30584" y="207243"/>
                </a:cubicBezTo>
                <a:cubicBezTo>
                  <a:pt x="10195" y="186457"/>
                  <a:pt x="0" y="158750"/>
                  <a:pt x="0" y="124123"/>
                </a:cubicBezTo>
                <a:cubicBezTo>
                  <a:pt x="0" y="87709"/>
                  <a:pt x="11385" y="57919"/>
                  <a:pt x="34156" y="34751"/>
                </a:cubicBezTo>
                <a:cubicBezTo>
                  <a:pt x="56927" y="11584"/>
                  <a:pt x="86320" y="0"/>
                  <a:pt x="1223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indent="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  <a:sym typeface="+mn-ea"/>
              </a:defRPr>
            </a:lvl1pPr>
            <a:lvl2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2pPr>
            <a:lvl3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3pPr>
            <a:lvl4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4pPr>
            <a:lvl5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11161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0" y="0"/>
            <a:ext cx="10899140" cy="6858000"/>
          </a:xfrm>
          <a:custGeom>
            <a:avLst/>
            <a:gdLst>
              <a:gd name="connisteX0" fmla="*/ 0 w 10160000"/>
              <a:gd name="connsiteY0" fmla="*/ 0 h 6858000"/>
              <a:gd name="connisteX1" fmla="*/ 10160000 w 10160000"/>
              <a:gd name="connsiteY1" fmla="*/ 0 h 6858000"/>
              <a:gd name="connisteX2" fmla="*/ 10160000 w 10160000"/>
              <a:gd name="connsiteY2" fmla="*/ 6858000 h 6858000"/>
              <a:gd name="connisteX3" fmla="*/ 0 w 10160000"/>
              <a:gd name="connsiteY3" fmla="*/ 6858000 h 6858000"/>
              <a:gd name="connisteX4" fmla="*/ 0 w 10160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0160000" h="6858000">
                <a:moveTo>
                  <a:pt x="0" y="0"/>
                </a:moveTo>
                <a:lnTo>
                  <a:pt x="10160000" y="0"/>
                </a:lnTo>
                <a:lnTo>
                  <a:pt x="1016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2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1016000" y="1651000"/>
            <a:ext cx="60970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9"/>
            </p:custDataLst>
          </p:nvPr>
        </p:nvSpPr>
        <p:spPr>
          <a:xfrm>
            <a:off x="1016000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6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6389" hasCustomPrompt="1"/>
            <p:custDataLst>
              <p:tags r:id="rId7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spc="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53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0" y="0"/>
            <a:ext cx="10160000" cy="6858000"/>
          </a:xfrm>
          <a:custGeom>
            <a:avLst/>
            <a:gdLst>
              <a:gd name="connisteX0" fmla="*/ 0 w 10160000"/>
              <a:gd name="connsiteY0" fmla="*/ 0 h 6858000"/>
              <a:gd name="connisteX1" fmla="*/ 10160000 w 10160000"/>
              <a:gd name="connsiteY1" fmla="*/ 0 h 6858000"/>
              <a:gd name="connisteX2" fmla="*/ 10160000 w 10160000"/>
              <a:gd name="connsiteY2" fmla="*/ 6858000 h 6858000"/>
              <a:gd name="connisteX3" fmla="*/ 0 w 10160000"/>
              <a:gd name="connsiteY3" fmla="*/ 6858000 h 6858000"/>
              <a:gd name="connisteX4" fmla="*/ 0 w 10160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0160000" h="6858000">
                <a:moveTo>
                  <a:pt x="0" y="0"/>
                </a:moveTo>
                <a:lnTo>
                  <a:pt x="10160000" y="0"/>
                </a:lnTo>
                <a:lnTo>
                  <a:pt x="1016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Subtitle 11"/>
          <p:cNvSpPr>
            <a:spLocks noGrp="1"/>
          </p:cNvSpPr>
          <p:nvPr>
            <p:ph type="subTitle" idx="16389" hasCustomPrompt="1"/>
            <p:custDataLst>
              <p:tags r:id="rId7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3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5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7_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7752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334000"/>
            <a:ext cx="5334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1" hasCustomPrompt="1"/>
            <p:custDataLst>
              <p:tags r:id="rId9"/>
            </p:custDataLst>
          </p:nvPr>
        </p:nvSpPr>
        <p:spPr>
          <a:xfrm>
            <a:off x="62484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248400" y="47752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248400" y="5334000"/>
            <a:ext cx="5334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3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4" hasCustomPrompt="1"/>
            <p:custDataLst>
              <p:tags r:id="rId8"/>
            </p:custDataLst>
          </p:nvPr>
        </p:nvSpPr>
        <p:spPr>
          <a:xfrm>
            <a:off x="1198880" y="23037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2438400" y="19177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2438400" y="24257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9" hasCustomPrompt="1"/>
            <p:custDataLst>
              <p:tags r:id="rId12"/>
            </p:custDataLst>
          </p:nvPr>
        </p:nvSpPr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7" hasCustomPrompt="1"/>
            <p:custDataLst>
              <p:tags r:id="rId13"/>
            </p:custDataLst>
          </p:nvPr>
        </p:nvSpPr>
        <p:spPr>
          <a:xfrm>
            <a:off x="6837680" y="23037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8077200" y="19177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8077200" y="24257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401" hasCustomPrompt="1"/>
            <p:custDataLst>
              <p:tags r:id="rId16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7"/>
            </p:custDataLst>
          </p:nvPr>
        </p:nvSpPr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400" hasCustomPrompt="1"/>
            <p:custDataLst>
              <p:tags r:id="rId18"/>
            </p:custDataLst>
          </p:nvPr>
        </p:nvSpPr>
        <p:spPr>
          <a:xfrm>
            <a:off x="1198880" y="48183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2438400" y="44323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2438400" y="49403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7" name="装饰  6"/>
          <p:cNvSpPr>
            <a:spLocks noGrp="1"/>
          </p:cNvSpPr>
          <p:nvPr>
            <p:ph type="body" idx="16404" hasCustomPrompt="1"/>
            <p:custDataLst>
              <p:tags r:id="rId21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8" name="装饰  7"/>
          <p:cNvSpPr>
            <a:spLocks noGrp="1"/>
          </p:cNvSpPr>
          <p:nvPr>
            <p:ph type="body" idx="16405" hasCustomPrompt="1"/>
            <p:custDataLst>
              <p:tags r:id="rId22"/>
            </p:custDataLst>
          </p:nvPr>
        </p:nvSpPr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图片占位符 28"/>
          <p:cNvSpPr>
            <a:spLocks noGrp="1"/>
          </p:cNvSpPr>
          <p:nvPr>
            <p:ph type="pic" idx="16403" hasCustomPrompt="1"/>
            <p:custDataLst>
              <p:tags r:id="rId23"/>
            </p:custDataLst>
          </p:nvPr>
        </p:nvSpPr>
        <p:spPr>
          <a:xfrm>
            <a:off x="6837680" y="48183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2" hasCustomPrompt="1"/>
            <p:custDataLst>
              <p:tags r:id="rId24"/>
            </p:custDataLst>
          </p:nvPr>
        </p:nvSpPr>
        <p:spPr>
          <a:xfrm>
            <a:off x="8077200" y="44323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1" name="文本占位符 30"/>
          <p:cNvSpPr>
            <a:spLocks noGrp="1"/>
          </p:cNvSpPr>
          <p:nvPr>
            <p:ph type="body" idx="16393" hasCustomPrompt="1"/>
            <p:custDataLst>
              <p:tags r:id="rId25"/>
            </p:custDataLst>
          </p:nvPr>
        </p:nvSpPr>
        <p:spPr>
          <a:xfrm>
            <a:off x="8077200" y="49403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2_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34036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46482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8006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800600" y="1117600"/>
            <a:ext cx="30099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84201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85725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572500" y="1117600"/>
            <a:ext cx="30099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5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5306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609600" y="609600"/>
            <a:ext cx="10972800" cy="2387600"/>
          </a:xfrm>
          <a:custGeom>
            <a:avLst/>
            <a:gdLst>
              <a:gd name="connisteX0" fmla="*/ 0 w 10972800"/>
              <a:gd name="connsiteY0" fmla="*/ 203200 h 2387600"/>
              <a:gd name="connisteX1" fmla="*/ 203200 w 10972800"/>
              <a:gd name="connsiteY1" fmla="*/ 0 h 2387600"/>
              <a:gd name="connisteX2" fmla="*/ 10769600 w 10972800"/>
              <a:gd name="connsiteY2" fmla="*/ 0 h 2387600"/>
              <a:gd name="connisteX3" fmla="*/ 10972800 w 10972800"/>
              <a:gd name="connsiteY3" fmla="*/ 203200 h 2387600"/>
              <a:gd name="connisteX4" fmla="*/ 10972800 w 10972800"/>
              <a:gd name="connsiteY4" fmla="*/ 2184400 h 2387600"/>
              <a:gd name="connisteX5" fmla="*/ 10769600 w 10972800"/>
              <a:gd name="connsiteY5" fmla="*/ 2387600 h 2387600"/>
              <a:gd name="connisteX6" fmla="*/ 203200 w 10972800"/>
              <a:gd name="connsiteY6" fmla="*/ 2387600 h 2387600"/>
              <a:gd name="connisteX7" fmla="*/ 0 w 10972800"/>
              <a:gd name="connsiteY7" fmla="*/ 2184400 h 2387600"/>
              <a:gd name="connisteX8" fmla="*/ 0 w 10972800"/>
              <a:gd name="connsiteY8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84400"/>
                </a:lnTo>
                <a:cubicBezTo>
                  <a:pt x="10972800" y="2296624"/>
                  <a:pt x="10881824" y="2387600"/>
                  <a:pt x="107696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5212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0292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35052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3657600" y="45212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657600" y="50292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64008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553200" y="45212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6553200" y="50292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8" hasCustomPrompt="1"/>
            <p:custDataLst>
              <p:tags r:id="rId16"/>
            </p:custDataLst>
          </p:nvPr>
        </p:nvSpPr>
        <p:spPr>
          <a:xfrm>
            <a:off x="92964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9448800" y="45212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448800" y="50292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3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5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5257800" y="3657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5441950" y="3886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5257800" y="48260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5257800" y="5334000"/>
            <a:ext cx="1701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7569200" y="3657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753350" y="3886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7569200" y="48260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569200" y="5334000"/>
            <a:ext cx="1701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398" hasCustomPrompt="1"/>
            <p:custDataLst>
              <p:tags r:id="rId15"/>
            </p:custDataLst>
          </p:nvPr>
        </p:nvSpPr>
        <p:spPr>
          <a:xfrm>
            <a:off x="9880600" y="3657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10064750" y="3886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9880600" y="48260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880600" y="5334000"/>
            <a:ext cx="1701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2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5306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609600" y="609600"/>
            <a:ext cx="10972800" cy="2387600"/>
          </a:xfrm>
          <a:custGeom>
            <a:avLst/>
            <a:gdLst>
              <a:gd name="connisteX0" fmla="*/ 0 w 10972800"/>
              <a:gd name="connsiteY0" fmla="*/ 203200 h 2387600"/>
              <a:gd name="connisteX1" fmla="*/ 203200 w 10972800"/>
              <a:gd name="connsiteY1" fmla="*/ 0 h 2387600"/>
              <a:gd name="connisteX2" fmla="*/ 10769600 w 10972800"/>
              <a:gd name="connsiteY2" fmla="*/ 0 h 2387600"/>
              <a:gd name="connisteX3" fmla="*/ 10972800 w 10972800"/>
              <a:gd name="connsiteY3" fmla="*/ 203200 h 2387600"/>
              <a:gd name="connisteX4" fmla="*/ 10972800 w 10972800"/>
              <a:gd name="connsiteY4" fmla="*/ 2184400 h 2387600"/>
              <a:gd name="connisteX5" fmla="*/ 10769600 w 10972800"/>
              <a:gd name="connsiteY5" fmla="*/ 2387600 h 2387600"/>
              <a:gd name="connisteX6" fmla="*/ 203200 w 10972800"/>
              <a:gd name="connsiteY6" fmla="*/ 2387600 h 2387600"/>
              <a:gd name="connisteX7" fmla="*/ 0 w 10972800"/>
              <a:gd name="connsiteY7" fmla="*/ 2184400 h 2387600"/>
              <a:gd name="connisteX8" fmla="*/ 0 w 10972800"/>
              <a:gd name="connsiteY8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84400"/>
                </a:lnTo>
                <a:cubicBezTo>
                  <a:pt x="10972800" y="2296624"/>
                  <a:pt x="10881824" y="2387600"/>
                  <a:pt x="107696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648200" y="3530600"/>
            <a:ext cx="32385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648200" y="4089400"/>
            <a:ext cx="32385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8343900" y="3530600"/>
            <a:ext cx="32385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8343900" y="4089400"/>
            <a:ext cx="32385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4648200" y="5156200"/>
            <a:ext cx="32385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4648200" y="5715000"/>
            <a:ext cx="32385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8343900" y="5156200"/>
            <a:ext cx="32385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8343900" y="5715000"/>
            <a:ext cx="32385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8432800" cy="2209800"/>
          </a:xfrm>
          <a:custGeom>
            <a:avLst/>
            <a:gdLst>
              <a:gd name="connisteX0" fmla="*/ 0 w 8432800"/>
              <a:gd name="connsiteY0" fmla="*/ 203200 h 2209800"/>
              <a:gd name="connisteX1" fmla="*/ 203200 w 8432800"/>
              <a:gd name="connsiteY1" fmla="*/ 0 h 2209800"/>
              <a:gd name="connisteX2" fmla="*/ 8432800 w 8432800"/>
              <a:gd name="connsiteY2" fmla="*/ 0 h 2209800"/>
              <a:gd name="connisteX3" fmla="*/ 8432800 w 8432800"/>
              <a:gd name="connsiteY3" fmla="*/ 2209800 h 2209800"/>
              <a:gd name="connisteX4" fmla="*/ 203200 w 8432800"/>
              <a:gd name="connsiteY4" fmla="*/ 2209800 h 2209800"/>
              <a:gd name="connisteX5" fmla="*/ 0 w 8432800"/>
              <a:gd name="connsiteY5" fmla="*/ 2006600 h 2209800"/>
              <a:gd name="connisteX6" fmla="*/ 0 w 8432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8432800" y="0"/>
                </a:lnTo>
                <a:lnTo>
                  <a:pt x="8432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9042400" y="15240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18923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451100"/>
            <a:ext cx="782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3149600" y="40386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454400" y="44069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454400" y="4965700"/>
            <a:ext cx="782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4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609600" y="22352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2352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743200"/>
            <a:ext cx="27813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4000500" y="22352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152900" y="22352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152900" y="2743200"/>
            <a:ext cx="27813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609600" y="41148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41148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4622800"/>
            <a:ext cx="27813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8" hasCustomPrompt="1"/>
            <p:custDataLst>
              <p:tags r:id="rId16"/>
            </p:custDataLst>
          </p:nvPr>
        </p:nvSpPr>
        <p:spPr>
          <a:xfrm>
            <a:off x="4000500" y="41148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4152900" y="41148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4152900" y="4622800"/>
            <a:ext cx="27813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2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609600" y="15240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2164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4724400"/>
            <a:ext cx="2133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35052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3657600" y="42164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657600" y="4724400"/>
            <a:ext cx="2133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64008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553200" y="42164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6553200" y="4724400"/>
            <a:ext cx="2133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8" hasCustomPrompt="1"/>
            <p:custDataLst>
              <p:tags r:id="rId16"/>
            </p:custDataLst>
          </p:nvPr>
        </p:nvSpPr>
        <p:spPr>
          <a:xfrm>
            <a:off x="92964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9448800" y="42164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448800" y="4724400"/>
            <a:ext cx="2133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3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3454400"/>
            <a:ext cx="10972800" cy="2794000"/>
          </a:xfrm>
          <a:custGeom>
            <a:avLst/>
            <a:gdLst>
              <a:gd name="connisteX0" fmla="*/ 0 w 10972800"/>
              <a:gd name="connsiteY0" fmla="*/ 203200 h 2794000"/>
              <a:gd name="connisteX1" fmla="*/ 203200 w 10972800"/>
              <a:gd name="connsiteY1" fmla="*/ 0 h 2794000"/>
              <a:gd name="connisteX2" fmla="*/ 10769600 w 10972800"/>
              <a:gd name="connsiteY2" fmla="*/ 0 h 2794000"/>
              <a:gd name="connisteX3" fmla="*/ 10972800 w 10972800"/>
              <a:gd name="connsiteY3" fmla="*/ 203200 h 2794000"/>
              <a:gd name="connisteX4" fmla="*/ 10972800 w 10972800"/>
              <a:gd name="connsiteY4" fmla="*/ 2590800 h 2794000"/>
              <a:gd name="connisteX5" fmla="*/ 10769600 w 10972800"/>
              <a:gd name="connsiteY5" fmla="*/ 2794000 h 2794000"/>
              <a:gd name="connisteX6" fmla="*/ 203200 w 10972800"/>
              <a:gd name="connsiteY6" fmla="*/ 2794000 h 2794000"/>
              <a:gd name="connisteX7" fmla="*/ 0 w 10972800"/>
              <a:gd name="connsiteY7" fmla="*/ 2590800 h 2794000"/>
              <a:gd name="connisteX8" fmla="*/ 0 w 10972800"/>
              <a:gd name="connsiteY8" fmla="*/ 203200 h 279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794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590800"/>
                </a:lnTo>
                <a:cubicBezTo>
                  <a:pt x="10972800" y="2703024"/>
                  <a:pt x="10881824" y="2794000"/>
                  <a:pt x="10769600" y="2794000"/>
                </a:cubicBezTo>
                <a:lnTo>
                  <a:pt x="203200" y="2794000"/>
                </a:lnTo>
                <a:cubicBezTo>
                  <a:pt x="90976" y="2794000"/>
                  <a:pt x="0" y="2703024"/>
                  <a:pt x="0" y="2590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1778000"/>
          </a:xfrm>
          <a:custGeom>
            <a:avLst/>
            <a:gdLst>
              <a:gd name="connisteX0" fmla="*/ 0 w 5334000"/>
              <a:gd name="connsiteY0" fmla="*/ 203200 h 1778000"/>
              <a:gd name="connisteX1" fmla="*/ 203200 w 5334000"/>
              <a:gd name="connsiteY1" fmla="*/ 0 h 1778000"/>
              <a:gd name="connisteX2" fmla="*/ 5130800 w 5334000"/>
              <a:gd name="connsiteY2" fmla="*/ 0 h 1778000"/>
              <a:gd name="connisteX3" fmla="*/ 5334000 w 5334000"/>
              <a:gd name="connsiteY3" fmla="*/ 203200 h 1778000"/>
              <a:gd name="connisteX4" fmla="*/ 5334000 w 5334000"/>
              <a:gd name="connsiteY4" fmla="*/ 1574800 h 1778000"/>
              <a:gd name="connisteX5" fmla="*/ 5130800 w 5334000"/>
              <a:gd name="connsiteY5" fmla="*/ 1778000 h 1778000"/>
              <a:gd name="connisteX6" fmla="*/ 203200 w 5334000"/>
              <a:gd name="connsiteY6" fmla="*/ 1778000 h 1778000"/>
              <a:gd name="connisteX7" fmla="*/ 0 w 5334000"/>
              <a:gd name="connsiteY7" fmla="*/ 1574800 h 1778000"/>
              <a:gd name="connisteX8" fmla="*/ 0 w 5334000"/>
              <a:gd name="connsiteY8" fmla="*/ 20320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177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574800"/>
                </a:lnTo>
                <a:cubicBezTo>
                  <a:pt x="5334000" y="1687024"/>
                  <a:pt x="5243024" y="1778000"/>
                  <a:pt x="51308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1828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3876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1778000"/>
          </a:xfrm>
          <a:custGeom>
            <a:avLst/>
            <a:gdLst>
              <a:gd name="connisteX0" fmla="*/ 0 w 5334000"/>
              <a:gd name="connsiteY0" fmla="*/ 203200 h 1778000"/>
              <a:gd name="connisteX1" fmla="*/ 203200 w 5334000"/>
              <a:gd name="connsiteY1" fmla="*/ 0 h 1778000"/>
              <a:gd name="connisteX2" fmla="*/ 5130800 w 5334000"/>
              <a:gd name="connsiteY2" fmla="*/ 0 h 1778000"/>
              <a:gd name="connisteX3" fmla="*/ 5334000 w 5334000"/>
              <a:gd name="connsiteY3" fmla="*/ 203200 h 1778000"/>
              <a:gd name="connisteX4" fmla="*/ 5334000 w 5334000"/>
              <a:gd name="connsiteY4" fmla="*/ 1574800 h 1778000"/>
              <a:gd name="connisteX5" fmla="*/ 5130800 w 5334000"/>
              <a:gd name="connsiteY5" fmla="*/ 1778000 h 1778000"/>
              <a:gd name="connisteX6" fmla="*/ 203200 w 5334000"/>
              <a:gd name="connsiteY6" fmla="*/ 1778000 h 1778000"/>
              <a:gd name="connisteX7" fmla="*/ 0 w 5334000"/>
              <a:gd name="connsiteY7" fmla="*/ 1574800 h 1778000"/>
              <a:gd name="connisteX8" fmla="*/ 0 w 5334000"/>
              <a:gd name="connsiteY8" fmla="*/ 20320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177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574800"/>
                </a:lnTo>
                <a:cubicBezTo>
                  <a:pt x="5334000" y="1687024"/>
                  <a:pt x="5243024" y="1778000"/>
                  <a:pt x="51308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1828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23876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1473200" y="21082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2" hasCustomPrompt="1"/>
            <p:custDataLst>
              <p:tags r:id="rId7"/>
            </p:custDataLst>
          </p:nvPr>
        </p:nvSpPr>
        <p:spPr>
          <a:xfrm>
            <a:off x="1828800" y="24638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3886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4445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5334000" y="21082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4" hasCustomPrompt="1"/>
            <p:custDataLst>
              <p:tags r:id="rId11"/>
            </p:custDataLst>
          </p:nvPr>
        </p:nvSpPr>
        <p:spPr>
          <a:xfrm>
            <a:off x="5689600" y="24638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470400" y="3886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470400" y="4445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9194800" y="21082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6" hasCustomPrompt="1"/>
            <p:custDataLst>
              <p:tags r:id="rId15"/>
            </p:custDataLst>
          </p:nvPr>
        </p:nvSpPr>
        <p:spPr>
          <a:xfrm>
            <a:off x="9550400" y="24638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331200" y="3886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331200" y="4445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2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203200 h 4724400"/>
              <a:gd name="connisteX1" fmla="*/ 203200 w 4038600"/>
              <a:gd name="connsiteY1" fmla="*/ 0 h 4724400"/>
              <a:gd name="connisteX2" fmla="*/ 4038600 w 4038600"/>
              <a:gd name="connsiteY2" fmla="*/ 0 h 4724400"/>
              <a:gd name="connisteX3" fmla="*/ 4038600 w 4038600"/>
              <a:gd name="connsiteY3" fmla="*/ 4724400 h 4724400"/>
              <a:gd name="connisteX4" fmla="*/ 203200 w 4038600"/>
              <a:gd name="connsiteY4" fmla="*/ 4724400 h 4724400"/>
              <a:gd name="connisteX5" fmla="*/ 0 w 4038600"/>
              <a:gd name="connsiteY5" fmla="*/ 4521200 h 4724400"/>
              <a:gd name="connisteX6" fmla="*/ 0 w 40386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38600" y="0"/>
                </a:lnTo>
                <a:lnTo>
                  <a:pt x="40386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648200" y="1524000"/>
            <a:ext cx="6934200" cy="4724400"/>
          </a:xfrm>
          <a:custGeom>
            <a:avLst/>
            <a:gdLst>
              <a:gd name="connisteX0" fmla="*/ 0 w 6934200"/>
              <a:gd name="connsiteY0" fmla="*/ 0 h 4724400"/>
              <a:gd name="connisteX1" fmla="*/ 6731000 w 6934200"/>
              <a:gd name="connsiteY1" fmla="*/ 0 h 4724400"/>
              <a:gd name="connisteX2" fmla="*/ 6934200 w 6934200"/>
              <a:gd name="connsiteY2" fmla="*/ 203200 h 4724400"/>
              <a:gd name="connisteX3" fmla="*/ 6934200 w 6934200"/>
              <a:gd name="connsiteY3" fmla="*/ 4521200 h 4724400"/>
              <a:gd name="connisteX4" fmla="*/ 6731000 w 6934200"/>
              <a:gd name="connsiteY4" fmla="*/ 4724400 h 4724400"/>
              <a:gd name="connisteX5" fmla="*/ 0 w 6934200"/>
              <a:gd name="connsiteY5" fmla="*/ 4724400 h 4724400"/>
              <a:gd name="connisteX6" fmla="*/ 0 w 69342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0"/>
                </a:move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4521200"/>
                </a:lnTo>
                <a:cubicBezTo>
                  <a:pt x="6934200" y="4633424"/>
                  <a:pt x="6843224" y="4724400"/>
                  <a:pt x="67310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5124450" y="2374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5105400" y="3454400"/>
            <a:ext cx="27051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5105400" y="3962400"/>
            <a:ext cx="27051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9150" y="2374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420100" y="3454400"/>
            <a:ext cx="27051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20100" y="3962400"/>
            <a:ext cx="27051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9_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0" hasCustomPrompt="1"/>
            <p:custDataLst>
              <p:tags r:id="rId7"/>
            </p:custDataLst>
          </p:nvPr>
        </p:nvSpPr>
        <p:spPr>
          <a:xfrm>
            <a:off x="914400" y="20193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438400" y="2222500"/>
            <a:ext cx="883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438400" y="2730500"/>
            <a:ext cx="8839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2" hasCustomPrompt="1"/>
            <p:custDataLst>
              <p:tags r:id="rId11"/>
            </p:custDataLst>
          </p:nvPr>
        </p:nvSpPr>
        <p:spPr>
          <a:xfrm>
            <a:off x="914400" y="45339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2438400" y="4737100"/>
            <a:ext cx="883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2438400" y="5245100"/>
            <a:ext cx="8839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4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8001000" y="1524000"/>
            <a:ext cx="3581400" cy="4724400"/>
          </a:xfrm>
          <a:custGeom>
            <a:avLst/>
            <a:gdLst>
              <a:gd name="connisteX0" fmla="*/ 0 w 3581400"/>
              <a:gd name="connsiteY0" fmla="*/ 0 h 4724400"/>
              <a:gd name="connisteX1" fmla="*/ 3378200 w 3581400"/>
              <a:gd name="connsiteY1" fmla="*/ 0 h 4724400"/>
              <a:gd name="connisteX2" fmla="*/ 3581400 w 3581400"/>
              <a:gd name="connsiteY2" fmla="*/ 203200 h 4724400"/>
              <a:gd name="connisteX3" fmla="*/ 3581400 w 3581400"/>
              <a:gd name="connsiteY3" fmla="*/ 4521200 h 4724400"/>
              <a:gd name="connisteX4" fmla="*/ 3378200 w 3581400"/>
              <a:gd name="connsiteY4" fmla="*/ 4724400 h 4724400"/>
              <a:gd name="connisteX5" fmla="*/ 0 w 3581400"/>
              <a:gd name="connsiteY5" fmla="*/ 4724400 h 4724400"/>
              <a:gd name="connisteX6" fmla="*/ 0 w 358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81400" h="4724400">
                <a:moveTo>
                  <a:pt x="0" y="0"/>
                </a:moveTo>
                <a:lnTo>
                  <a:pt x="3378200" y="0"/>
                </a:lnTo>
                <a:cubicBezTo>
                  <a:pt x="3490424" y="0"/>
                  <a:pt x="3581400" y="90976"/>
                  <a:pt x="3581400" y="203200"/>
                </a:cubicBezTo>
                <a:lnTo>
                  <a:pt x="3581400" y="4521200"/>
                </a:lnTo>
                <a:cubicBezTo>
                  <a:pt x="3581400" y="4633424"/>
                  <a:pt x="3490424" y="4724400"/>
                  <a:pt x="337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609600" y="1524000"/>
            <a:ext cx="7391400" cy="4724400"/>
          </a:xfrm>
          <a:custGeom>
            <a:avLst/>
            <a:gdLst>
              <a:gd name="connisteX0" fmla="*/ 0 w 7391400"/>
              <a:gd name="connsiteY0" fmla="*/ 203200 h 4724400"/>
              <a:gd name="connisteX1" fmla="*/ 203200 w 7391400"/>
              <a:gd name="connsiteY1" fmla="*/ 0 h 4724400"/>
              <a:gd name="connisteX2" fmla="*/ 7391400 w 7391400"/>
              <a:gd name="connsiteY2" fmla="*/ 0 h 4724400"/>
              <a:gd name="connisteX3" fmla="*/ 7391400 w 7391400"/>
              <a:gd name="connsiteY3" fmla="*/ 4724400 h 4724400"/>
              <a:gd name="connisteX4" fmla="*/ 203200 w 7391400"/>
              <a:gd name="connsiteY4" fmla="*/ 4724400 h 4724400"/>
              <a:gd name="connisteX5" fmla="*/ 0 w 7391400"/>
              <a:gd name="connsiteY5" fmla="*/ 4521200 h 4724400"/>
              <a:gd name="connisteX6" fmla="*/ 0 w 739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39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391400" y="0"/>
                </a:lnTo>
                <a:lnTo>
                  <a:pt x="739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66800" y="21844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66800" y="27432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533900" y="21844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533900" y="27432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1066800" y="41148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1066800" y="46736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4533900" y="41148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4533900" y="46736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914400" y="1828800"/>
            <a:ext cx="2844800" cy="23368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673600" y="1828800"/>
            <a:ext cx="2844800" cy="23368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432800" y="1828800"/>
            <a:ext cx="2844800" cy="23368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5_2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1879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24384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9296400" y="1879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9296400" y="24384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6553200" y="411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553200" y="46736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9296400" y="411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296400" y="46736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1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8432800" cy="1473200"/>
          </a:xfrm>
          <a:custGeom>
            <a:avLst/>
            <a:gdLst>
              <a:gd name="connisteX0" fmla="*/ 0 w 8432800"/>
              <a:gd name="connsiteY0" fmla="*/ 203200 h 1473200"/>
              <a:gd name="connisteX1" fmla="*/ 203200 w 8432800"/>
              <a:gd name="connsiteY1" fmla="*/ 0 h 1473200"/>
              <a:gd name="connisteX2" fmla="*/ 8432800 w 8432800"/>
              <a:gd name="connsiteY2" fmla="*/ 0 h 1473200"/>
              <a:gd name="connisteX3" fmla="*/ 8432800 w 8432800"/>
              <a:gd name="connsiteY3" fmla="*/ 1473200 h 1473200"/>
              <a:gd name="connisteX4" fmla="*/ 203200 w 8432800"/>
              <a:gd name="connsiteY4" fmla="*/ 1473200 h 1473200"/>
              <a:gd name="connisteX5" fmla="*/ 0 w 8432800"/>
              <a:gd name="connsiteY5" fmla="*/ 1270000 h 1473200"/>
              <a:gd name="connisteX6" fmla="*/ 0 w 84328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8432800" y="0"/>
                </a:lnTo>
                <a:lnTo>
                  <a:pt x="84328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9042400" y="1524000"/>
            <a:ext cx="2540000" cy="1473200"/>
          </a:xfrm>
          <a:custGeom>
            <a:avLst/>
            <a:gdLst>
              <a:gd name="connisteX0" fmla="*/ 0 w 2540000"/>
              <a:gd name="connsiteY0" fmla="*/ 0 h 1473200"/>
              <a:gd name="connisteX1" fmla="*/ 2336800 w 2540000"/>
              <a:gd name="connsiteY1" fmla="*/ 0 h 1473200"/>
              <a:gd name="connisteX2" fmla="*/ 2540000 w 2540000"/>
              <a:gd name="connsiteY2" fmla="*/ 203200 h 1473200"/>
              <a:gd name="connisteX3" fmla="*/ 2540000 w 2540000"/>
              <a:gd name="connsiteY3" fmla="*/ 1270000 h 1473200"/>
              <a:gd name="connisteX4" fmla="*/ 2336800 w 2540000"/>
              <a:gd name="connsiteY4" fmla="*/ 1473200 h 1473200"/>
              <a:gd name="connisteX5" fmla="*/ 0 w 2540000"/>
              <a:gd name="connsiteY5" fmla="*/ 1473200 h 1473200"/>
              <a:gd name="connisteX6" fmla="*/ 0 w 25400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1270000"/>
                </a:lnTo>
                <a:cubicBezTo>
                  <a:pt x="2540000" y="1382224"/>
                  <a:pt x="2449024" y="1473200"/>
                  <a:pt x="23368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18288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3876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149600"/>
            <a:ext cx="8432800" cy="1473200"/>
          </a:xfrm>
          <a:custGeom>
            <a:avLst/>
            <a:gdLst>
              <a:gd name="connisteX0" fmla="*/ 0 w 8432800"/>
              <a:gd name="connsiteY0" fmla="*/ 203200 h 1473200"/>
              <a:gd name="connisteX1" fmla="*/ 203200 w 8432800"/>
              <a:gd name="connsiteY1" fmla="*/ 0 h 1473200"/>
              <a:gd name="connisteX2" fmla="*/ 8432800 w 8432800"/>
              <a:gd name="connsiteY2" fmla="*/ 0 h 1473200"/>
              <a:gd name="connisteX3" fmla="*/ 8432800 w 8432800"/>
              <a:gd name="connsiteY3" fmla="*/ 1473200 h 1473200"/>
              <a:gd name="connisteX4" fmla="*/ 203200 w 8432800"/>
              <a:gd name="connsiteY4" fmla="*/ 1473200 h 1473200"/>
              <a:gd name="connisteX5" fmla="*/ 0 w 8432800"/>
              <a:gd name="connsiteY5" fmla="*/ 1270000 h 1473200"/>
              <a:gd name="connisteX6" fmla="*/ 0 w 84328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8432800" y="0"/>
                </a:lnTo>
                <a:lnTo>
                  <a:pt x="84328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9042400" y="3149600"/>
            <a:ext cx="2540000" cy="1473200"/>
          </a:xfrm>
          <a:custGeom>
            <a:avLst/>
            <a:gdLst>
              <a:gd name="connisteX0" fmla="*/ 0 w 2540000"/>
              <a:gd name="connsiteY0" fmla="*/ 0 h 1473200"/>
              <a:gd name="connisteX1" fmla="*/ 2336800 w 2540000"/>
              <a:gd name="connsiteY1" fmla="*/ 0 h 1473200"/>
              <a:gd name="connisteX2" fmla="*/ 2540000 w 2540000"/>
              <a:gd name="connsiteY2" fmla="*/ 203200 h 1473200"/>
              <a:gd name="connisteX3" fmla="*/ 2540000 w 2540000"/>
              <a:gd name="connsiteY3" fmla="*/ 1270000 h 1473200"/>
              <a:gd name="connisteX4" fmla="*/ 2336800 w 2540000"/>
              <a:gd name="connsiteY4" fmla="*/ 1473200 h 1473200"/>
              <a:gd name="connisteX5" fmla="*/ 0 w 2540000"/>
              <a:gd name="connsiteY5" fmla="*/ 1473200 h 1473200"/>
              <a:gd name="connisteX6" fmla="*/ 0 w 25400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1270000"/>
                </a:lnTo>
                <a:cubicBezTo>
                  <a:pt x="2540000" y="1382224"/>
                  <a:pt x="2449024" y="1473200"/>
                  <a:pt x="23368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914400" y="34544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914400" y="40132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609600" y="4775200"/>
            <a:ext cx="8432800" cy="1473200"/>
          </a:xfrm>
          <a:custGeom>
            <a:avLst/>
            <a:gdLst>
              <a:gd name="connisteX0" fmla="*/ 0 w 8432800"/>
              <a:gd name="connsiteY0" fmla="*/ 203200 h 1473200"/>
              <a:gd name="connisteX1" fmla="*/ 203200 w 8432800"/>
              <a:gd name="connsiteY1" fmla="*/ 0 h 1473200"/>
              <a:gd name="connisteX2" fmla="*/ 8432800 w 8432800"/>
              <a:gd name="connsiteY2" fmla="*/ 0 h 1473200"/>
              <a:gd name="connisteX3" fmla="*/ 8432800 w 8432800"/>
              <a:gd name="connsiteY3" fmla="*/ 1473200 h 1473200"/>
              <a:gd name="connisteX4" fmla="*/ 203200 w 8432800"/>
              <a:gd name="connsiteY4" fmla="*/ 1473200 h 1473200"/>
              <a:gd name="connisteX5" fmla="*/ 0 w 8432800"/>
              <a:gd name="connsiteY5" fmla="*/ 1270000 h 1473200"/>
              <a:gd name="connisteX6" fmla="*/ 0 w 84328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8432800" y="0"/>
                </a:lnTo>
                <a:lnTo>
                  <a:pt x="84328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9042400" y="4775200"/>
            <a:ext cx="2540000" cy="1473200"/>
          </a:xfrm>
          <a:custGeom>
            <a:avLst/>
            <a:gdLst>
              <a:gd name="connisteX0" fmla="*/ 0 w 2540000"/>
              <a:gd name="connsiteY0" fmla="*/ 0 h 1473200"/>
              <a:gd name="connisteX1" fmla="*/ 2336800 w 2540000"/>
              <a:gd name="connsiteY1" fmla="*/ 0 h 1473200"/>
              <a:gd name="connisteX2" fmla="*/ 2540000 w 2540000"/>
              <a:gd name="connsiteY2" fmla="*/ 203200 h 1473200"/>
              <a:gd name="connisteX3" fmla="*/ 2540000 w 2540000"/>
              <a:gd name="connsiteY3" fmla="*/ 1270000 h 1473200"/>
              <a:gd name="connisteX4" fmla="*/ 2336800 w 2540000"/>
              <a:gd name="connsiteY4" fmla="*/ 1473200 h 1473200"/>
              <a:gd name="connisteX5" fmla="*/ 0 w 2540000"/>
              <a:gd name="connsiteY5" fmla="*/ 1473200 h 1473200"/>
              <a:gd name="connisteX6" fmla="*/ 0 w 25400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1270000"/>
                </a:lnTo>
                <a:cubicBezTo>
                  <a:pt x="2540000" y="1382224"/>
                  <a:pt x="2449024" y="1473200"/>
                  <a:pt x="23368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914400" y="50800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914400" y="56388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1" Type="http://schemas.openxmlformats.org/officeDocument/2006/relationships/theme" Target="../theme/theme1.xml"/><Relationship Id="rId40" Type="http://schemas.openxmlformats.org/officeDocument/2006/relationships/tags" Target="../tags/tag381.xml"/><Relationship Id="rId4" Type="http://schemas.openxmlformats.org/officeDocument/2006/relationships/slideLayout" Target="../slideLayouts/slideLayout4.xml"/><Relationship Id="rId39" Type="http://schemas.openxmlformats.org/officeDocument/2006/relationships/tags" Target="../tags/tag380.xml"/><Relationship Id="rId38" Type="http://schemas.openxmlformats.org/officeDocument/2006/relationships/tags" Target="../tags/tag379.xml"/><Relationship Id="rId37" Type="http://schemas.openxmlformats.org/officeDocument/2006/relationships/tags" Target="../tags/tag378.xml"/><Relationship Id="rId36" Type="http://schemas.openxmlformats.org/officeDocument/2006/relationships/tags" Target="../tags/tag377.xml"/><Relationship Id="rId35" Type="http://schemas.openxmlformats.org/officeDocument/2006/relationships/tags" Target="../tags/tag376.xml"/><Relationship Id="rId34" Type="http://schemas.openxmlformats.org/officeDocument/2006/relationships/tags" Target="../tags/tag375.xml"/><Relationship Id="rId33" Type="http://schemas.openxmlformats.org/officeDocument/2006/relationships/tags" Target="../tags/tag374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33"/>
            </p:custDataLst>
          </p:nvPr>
        </p:nvSpPr>
        <p:spPr>
          <a:xfrm>
            <a:off x="0" y="11161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3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9.xml"/><Relationship Id="rId5" Type="http://schemas.openxmlformats.org/officeDocument/2006/relationships/tags" Target="../tags/tag386.xml"/><Relationship Id="rId4" Type="http://schemas.openxmlformats.org/officeDocument/2006/relationships/tags" Target="../tags/tag385.xml"/><Relationship Id="rId3" Type="http://schemas.openxmlformats.org/officeDocument/2006/relationships/tags" Target="../tags/tag384.xml"/><Relationship Id="rId2" Type="http://schemas.openxmlformats.org/officeDocument/2006/relationships/tags" Target="../tags/tag383.xml"/><Relationship Id="rId1" Type="http://schemas.openxmlformats.org/officeDocument/2006/relationships/tags" Target="../tags/tag38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95.xml"/><Relationship Id="rId8" Type="http://schemas.openxmlformats.org/officeDocument/2006/relationships/tags" Target="../tags/tag394.xml"/><Relationship Id="rId7" Type="http://schemas.openxmlformats.org/officeDocument/2006/relationships/tags" Target="../tags/tag393.xml"/><Relationship Id="rId6" Type="http://schemas.openxmlformats.org/officeDocument/2006/relationships/tags" Target="../tags/tag392.xml"/><Relationship Id="rId5" Type="http://schemas.openxmlformats.org/officeDocument/2006/relationships/tags" Target="../tags/tag391.xml"/><Relationship Id="rId4" Type="http://schemas.openxmlformats.org/officeDocument/2006/relationships/tags" Target="../tags/tag390.xml"/><Relationship Id="rId3" Type="http://schemas.openxmlformats.org/officeDocument/2006/relationships/tags" Target="../tags/tag389.xml"/><Relationship Id="rId2" Type="http://schemas.openxmlformats.org/officeDocument/2006/relationships/tags" Target="../tags/tag388.xml"/><Relationship Id="rId16" Type="http://schemas.openxmlformats.org/officeDocument/2006/relationships/slideLayout" Target="../slideLayouts/slideLayout13.xml"/><Relationship Id="rId15" Type="http://schemas.openxmlformats.org/officeDocument/2006/relationships/tags" Target="../tags/tag401.xml"/><Relationship Id="rId14" Type="http://schemas.openxmlformats.org/officeDocument/2006/relationships/tags" Target="../tags/tag400.xml"/><Relationship Id="rId13" Type="http://schemas.openxmlformats.org/officeDocument/2006/relationships/tags" Target="../tags/tag399.xml"/><Relationship Id="rId12" Type="http://schemas.openxmlformats.org/officeDocument/2006/relationships/tags" Target="../tags/tag398.xml"/><Relationship Id="rId11" Type="http://schemas.openxmlformats.org/officeDocument/2006/relationships/tags" Target="../tags/tag397.xml"/><Relationship Id="rId10" Type="http://schemas.openxmlformats.org/officeDocument/2006/relationships/tags" Target="../tags/tag396.xml"/><Relationship Id="rId1" Type="http://schemas.openxmlformats.org/officeDocument/2006/relationships/tags" Target="../tags/tag38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10.xml"/><Relationship Id="rId8" Type="http://schemas.openxmlformats.org/officeDocument/2006/relationships/tags" Target="../tags/tag409.xml"/><Relationship Id="rId7" Type="http://schemas.openxmlformats.org/officeDocument/2006/relationships/tags" Target="../tags/tag408.xml"/><Relationship Id="rId6" Type="http://schemas.openxmlformats.org/officeDocument/2006/relationships/tags" Target="../tags/tag407.xml"/><Relationship Id="rId5" Type="http://schemas.openxmlformats.org/officeDocument/2006/relationships/tags" Target="../tags/tag406.xml"/><Relationship Id="rId4" Type="http://schemas.openxmlformats.org/officeDocument/2006/relationships/tags" Target="../tags/tag405.xml"/><Relationship Id="rId3" Type="http://schemas.openxmlformats.org/officeDocument/2006/relationships/tags" Target="../tags/tag404.xml"/><Relationship Id="rId2" Type="http://schemas.openxmlformats.org/officeDocument/2006/relationships/tags" Target="../tags/tag403.xml"/><Relationship Id="rId13" Type="http://schemas.openxmlformats.org/officeDocument/2006/relationships/slideLayout" Target="../slideLayouts/slideLayout14.xml"/><Relationship Id="rId12" Type="http://schemas.openxmlformats.org/officeDocument/2006/relationships/tags" Target="../tags/tag413.xml"/><Relationship Id="rId11" Type="http://schemas.openxmlformats.org/officeDocument/2006/relationships/tags" Target="../tags/tag412.xml"/><Relationship Id="rId10" Type="http://schemas.openxmlformats.org/officeDocument/2006/relationships/tags" Target="../tags/tag411.xml"/><Relationship Id="rId1" Type="http://schemas.openxmlformats.org/officeDocument/2006/relationships/tags" Target="../tags/tag40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16.xml"/><Relationship Id="rId2" Type="http://schemas.openxmlformats.org/officeDocument/2006/relationships/tags" Target="../tags/tag415.xml"/><Relationship Id="rId1" Type="http://schemas.openxmlformats.org/officeDocument/2006/relationships/tags" Target="../tags/tag41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19.xml"/><Relationship Id="rId2" Type="http://schemas.openxmlformats.org/officeDocument/2006/relationships/tags" Target="../tags/tag418.xml"/><Relationship Id="rId1" Type="http://schemas.openxmlformats.org/officeDocument/2006/relationships/tags" Target="../tags/tag41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26.xml"/><Relationship Id="rId8" Type="http://schemas.openxmlformats.org/officeDocument/2006/relationships/tags" Target="../tags/tag425.xml"/><Relationship Id="rId7" Type="http://schemas.openxmlformats.org/officeDocument/2006/relationships/tags" Target="../tags/tag424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ags" Target="../tags/tag423.xml"/><Relationship Id="rId31" Type="http://schemas.openxmlformats.org/officeDocument/2006/relationships/slideLayout" Target="../slideLayouts/slideLayout16.xml"/><Relationship Id="rId30" Type="http://schemas.openxmlformats.org/officeDocument/2006/relationships/tags" Target="../tags/tag441.xml"/><Relationship Id="rId3" Type="http://schemas.openxmlformats.org/officeDocument/2006/relationships/tags" Target="../tags/tag422.xml"/><Relationship Id="rId29" Type="http://schemas.openxmlformats.org/officeDocument/2006/relationships/tags" Target="../tags/tag440.xml"/><Relationship Id="rId28" Type="http://schemas.openxmlformats.org/officeDocument/2006/relationships/tags" Target="../tags/tag439.xml"/><Relationship Id="rId27" Type="http://schemas.openxmlformats.org/officeDocument/2006/relationships/image" Target="../media/image8.svg"/><Relationship Id="rId26" Type="http://schemas.openxmlformats.org/officeDocument/2006/relationships/image" Target="../media/image7.png"/><Relationship Id="rId25" Type="http://schemas.openxmlformats.org/officeDocument/2006/relationships/tags" Target="../tags/tag438.xml"/><Relationship Id="rId24" Type="http://schemas.openxmlformats.org/officeDocument/2006/relationships/tags" Target="../tags/tag437.xml"/><Relationship Id="rId23" Type="http://schemas.openxmlformats.org/officeDocument/2006/relationships/tags" Target="../tags/tag436.xml"/><Relationship Id="rId22" Type="http://schemas.openxmlformats.org/officeDocument/2006/relationships/tags" Target="../tags/tag435.xml"/><Relationship Id="rId21" Type="http://schemas.openxmlformats.org/officeDocument/2006/relationships/tags" Target="../tags/tag434.xml"/><Relationship Id="rId20" Type="http://schemas.openxmlformats.org/officeDocument/2006/relationships/image" Target="../media/image6.svg"/><Relationship Id="rId2" Type="http://schemas.openxmlformats.org/officeDocument/2006/relationships/tags" Target="../tags/tag421.xml"/><Relationship Id="rId19" Type="http://schemas.openxmlformats.org/officeDocument/2006/relationships/image" Target="../media/image5.png"/><Relationship Id="rId18" Type="http://schemas.openxmlformats.org/officeDocument/2006/relationships/tags" Target="../tags/tag433.xml"/><Relationship Id="rId17" Type="http://schemas.openxmlformats.org/officeDocument/2006/relationships/tags" Target="../tags/tag432.xml"/><Relationship Id="rId16" Type="http://schemas.openxmlformats.org/officeDocument/2006/relationships/tags" Target="../tags/tag431.xml"/><Relationship Id="rId15" Type="http://schemas.openxmlformats.org/officeDocument/2006/relationships/tags" Target="../tags/tag430.xml"/><Relationship Id="rId14" Type="http://schemas.openxmlformats.org/officeDocument/2006/relationships/tags" Target="../tags/tag429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tags" Target="../tags/tag428.xml"/><Relationship Id="rId10" Type="http://schemas.openxmlformats.org/officeDocument/2006/relationships/tags" Target="../tags/tag427.xml"/><Relationship Id="rId1" Type="http://schemas.openxmlformats.org/officeDocument/2006/relationships/tags" Target="../tags/tag42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44.xml"/><Relationship Id="rId2" Type="http://schemas.openxmlformats.org/officeDocument/2006/relationships/tags" Target="../tags/tag443.xml"/><Relationship Id="rId1" Type="http://schemas.openxmlformats.org/officeDocument/2006/relationships/tags" Target="../tags/tag44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452.xml"/><Relationship Id="rId7" Type="http://schemas.openxmlformats.org/officeDocument/2006/relationships/tags" Target="../tags/tag451.xml"/><Relationship Id="rId6" Type="http://schemas.openxmlformats.org/officeDocument/2006/relationships/tags" Target="../tags/tag450.xml"/><Relationship Id="rId5" Type="http://schemas.openxmlformats.org/officeDocument/2006/relationships/tags" Target="../tags/tag449.xml"/><Relationship Id="rId4" Type="http://schemas.openxmlformats.org/officeDocument/2006/relationships/tags" Target="../tags/tag448.xml"/><Relationship Id="rId3" Type="http://schemas.openxmlformats.org/officeDocument/2006/relationships/tags" Target="../tags/tag447.xml"/><Relationship Id="rId2" Type="http://schemas.openxmlformats.org/officeDocument/2006/relationships/tags" Target="../tags/tag446.xml"/><Relationship Id="rId1" Type="http://schemas.openxmlformats.org/officeDocument/2006/relationships/tags" Target="../tags/tag44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61.xml"/><Relationship Id="rId8" Type="http://schemas.openxmlformats.org/officeDocument/2006/relationships/tags" Target="../tags/tag460.xml"/><Relationship Id="rId7" Type="http://schemas.openxmlformats.org/officeDocument/2006/relationships/tags" Target="../tags/tag459.xml"/><Relationship Id="rId6" Type="http://schemas.openxmlformats.org/officeDocument/2006/relationships/tags" Target="../tags/tag458.xml"/><Relationship Id="rId5" Type="http://schemas.openxmlformats.org/officeDocument/2006/relationships/tags" Target="../tags/tag457.xml"/><Relationship Id="rId4" Type="http://schemas.openxmlformats.org/officeDocument/2006/relationships/tags" Target="../tags/tag456.xml"/><Relationship Id="rId3" Type="http://schemas.openxmlformats.org/officeDocument/2006/relationships/tags" Target="../tags/tag455.xml"/><Relationship Id="rId2" Type="http://schemas.openxmlformats.org/officeDocument/2006/relationships/tags" Target="../tags/tag454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466.xml"/><Relationship Id="rId13" Type="http://schemas.openxmlformats.org/officeDocument/2006/relationships/tags" Target="../tags/tag465.xml"/><Relationship Id="rId12" Type="http://schemas.openxmlformats.org/officeDocument/2006/relationships/tags" Target="../tags/tag464.xml"/><Relationship Id="rId11" Type="http://schemas.openxmlformats.org/officeDocument/2006/relationships/tags" Target="../tags/tag463.xml"/><Relationship Id="rId10" Type="http://schemas.openxmlformats.org/officeDocument/2006/relationships/tags" Target="../tags/tag462.xml"/><Relationship Id="rId1" Type="http://schemas.openxmlformats.org/officeDocument/2006/relationships/tags" Target="../tags/tag45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75.xml"/><Relationship Id="rId8" Type="http://schemas.openxmlformats.org/officeDocument/2006/relationships/tags" Target="../tags/tag474.xml"/><Relationship Id="rId7" Type="http://schemas.openxmlformats.org/officeDocument/2006/relationships/tags" Target="../tags/tag473.xml"/><Relationship Id="rId6" Type="http://schemas.openxmlformats.org/officeDocument/2006/relationships/tags" Target="../tags/tag472.xml"/><Relationship Id="rId5" Type="http://schemas.openxmlformats.org/officeDocument/2006/relationships/tags" Target="../tags/tag471.xml"/><Relationship Id="rId4" Type="http://schemas.openxmlformats.org/officeDocument/2006/relationships/tags" Target="../tags/tag470.xml"/><Relationship Id="rId3" Type="http://schemas.openxmlformats.org/officeDocument/2006/relationships/tags" Target="../tags/tag469.xml"/><Relationship Id="rId2" Type="http://schemas.openxmlformats.org/officeDocument/2006/relationships/tags" Target="../tags/tag468.xml"/><Relationship Id="rId15" Type="http://schemas.openxmlformats.org/officeDocument/2006/relationships/slideLayout" Target="../slideLayouts/slideLayout19.xml"/><Relationship Id="rId14" Type="http://schemas.openxmlformats.org/officeDocument/2006/relationships/tags" Target="../tags/tag480.xml"/><Relationship Id="rId13" Type="http://schemas.openxmlformats.org/officeDocument/2006/relationships/tags" Target="../tags/tag479.xml"/><Relationship Id="rId12" Type="http://schemas.openxmlformats.org/officeDocument/2006/relationships/tags" Target="../tags/tag478.xml"/><Relationship Id="rId11" Type="http://schemas.openxmlformats.org/officeDocument/2006/relationships/tags" Target="../tags/tag477.xml"/><Relationship Id="rId10" Type="http://schemas.openxmlformats.org/officeDocument/2006/relationships/tags" Target="../tags/tag476.xml"/><Relationship Id="rId1" Type="http://schemas.openxmlformats.org/officeDocument/2006/relationships/tags" Target="../tags/tag46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83.xml"/><Relationship Id="rId2" Type="http://schemas.openxmlformats.org/officeDocument/2006/relationships/tags" Target="../tags/tag482.xml"/><Relationship Id="rId1" Type="http://schemas.openxmlformats.org/officeDocument/2006/relationships/tags" Target="../tags/tag48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92.xml"/><Relationship Id="rId8" Type="http://schemas.openxmlformats.org/officeDocument/2006/relationships/tags" Target="../tags/tag491.xml"/><Relationship Id="rId7" Type="http://schemas.openxmlformats.org/officeDocument/2006/relationships/tags" Target="../tags/tag490.xml"/><Relationship Id="rId6" Type="http://schemas.openxmlformats.org/officeDocument/2006/relationships/tags" Target="../tags/tag489.xml"/><Relationship Id="rId5" Type="http://schemas.openxmlformats.org/officeDocument/2006/relationships/tags" Target="../tags/tag488.xml"/><Relationship Id="rId4" Type="http://schemas.openxmlformats.org/officeDocument/2006/relationships/tags" Target="../tags/tag487.xml"/><Relationship Id="rId3" Type="http://schemas.openxmlformats.org/officeDocument/2006/relationships/tags" Target="../tags/tag486.xml"/><Relationship Id="rId2" Type="http://schemas.openxmlformats.org/officeDocument/2006/relationships/tags" Target="../tags/tag485.xml"/><Relationship Id="rId11" Type="http://schemas.openxmlformats.org/officeDocument/2006/relationships/slideLayout" Target="../slideLayouts/slideLayout20.xml"/><Relationship Id="rId10" Type="http://schemas.openxmlformats.org/officeDocument/2006/relationships/tags" Target="../tags/tag493.xml"/><Relationship Id="rId1" Type="http://schemas.openxmlformats.org/officeDocument/2006/relationships/tags" Target="../tags/tag48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tags" Target="../tags/tag500.xml"/><Relationship Id="rId7" Type="http://schemas.openxmlformats.org/officeDocument/2006/relationships/tags" Target="../tags/tag499.xml"/><Relationship Id="rId6" Type="http://schemas.openxmlformats.org/officeDocument/2006/relationships/tags" Target="../tags/tag498.xml"/><Relationship Id="rId5" Type="http://schemas.openxmlformats.org/officeDocument/2006/relationships/tags" Target="../tags/tag497.xml"/><Relationship Id="rId4" Type="http://schemas.openxmlformats.org/officeDocument/2006/relationships/image" Target="../media/image9.jpeg"/><Relationship Id="rId3" Type="http://schemas.openxmlformats.org/officeDocument/2006/relationships/tags" Target="../tags/tag496.xml"/><Relationship Id="rId2" Type="http://schemas.openxmlformats.org/officeDocument/2006/relationships/tags" Target="../tags/tag495.xml"/><Relationship Id="rId13" Type="http://schemas.openxmlformats.org/officeDocument/2006/relationships/slideLayout" Target="../slideLayouts/slideLayout21.xml"/><Relationship Id="rId12" Type="http://schemas.openxmlformats.org/officeDocument/2006/relationships/tags" Target="../tags/tag503.xml"/><Relationship Id="rId11" Type="http://schemas.openxmlformats.org/officeDocument/2006/relationships/tags" Target="../tags/tag502.xml"/><Relationship Id="rId10" Type="http://schemas.openxmlformats.org/officeDocument/2006/relationships/tags" Target="../tags/tag501.xml"/><Relationship Id="rId1" Type="http://schemas.openxmlformats.org/officeDocument/2006/relationships/tags" Target="../tags/tag49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11.xml"/><Relationship Id="rId8" Type="http://schemas.openxmlformats.org/officeDocument/2006/relationships/tags" Target="../tags/tag510.xml"/><Relationship Id="rId7" Type="http://schemas.openxmlformats.org/officeDocument/2006/relationships/tags" Target="../tags/tag509.xml"/><Relationship Id="rId6" Type="http://schemas.openxmlformats.org/officeDocument/2006/relationships/tags" Target="../tags/tag508.xml"/><Relationship Id="rId5" Type="http://schemas.openxmlformats.org/officeDocument/2006/relationships/tags" Target="../tags/tag507.xml"/><Relationship Id="rId4" Type="http://schemas.openxmlformats.org/officeDocument/2006/relationships/tags" Target="../tags/tag506.xml"/><Relationship Id="rId3" Type="http://schemas.openxmlformats.org/officeDocument/2006/relationships/image" Target="../media/image11.jpeg"/><Relationship Id="rId2" Type="http://schemas.openxmlformats.org/officeDocument/2006/relationships/tags" Target="../tags/tag505.xml"/><Relationship Id="rId17" Type="http://schemas.openxmlformats.org/officeDocument/2006/relationships/slideLayout" Target="../slideLayouts/slideLayout22.xml"/><Relationship Id="rId16" Type="http://schemas.openxmlformats.org/officeDocument/2006/relationships/tags" Target="../tags/tag518.xml"/><Relationship Id="rId15" Type="http://schemas.openxmlformats.org/officeDocument/2006/relationships/tags" Target="../tags/tag517.xml"/><Relationship Id="rId14" Type="http://schemas.openxmlformats.org/officeDocument/2006/relationships/tags" Target="../tags/tag516.xml"/><Relationship Id="rId13" Type="http://schemas.openxmlformats.org/officeDocument/2006/relationships/tags" Target="../tags/tag515.xml"/><Relationship Id="rId12" Type="http://schemas.openxmlformats.org/officeDocument/2006/relationships/tags" Target="../tags/tag514.xml"/><Relationship Id="rId11" Type="http://schemas.openxmlformats.org/officeDocument/2006/relationships/tags" Target="../tags/tag513.xml"/><Relationship Id="rId10" Type="http://schemas.openxmlformats.org/officeDocument/2006/relationships/tags" Target="../tags/tag512.xml"/><Relationship Id="rId1" Type="http://schemas.openxmlformats.org/officeDocument/2006/relationships/tags" Target="../tags/tag50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521.xml"/><Relationship Id="rId2" Type="http://schemas.openxmlformats.org/officeDocument/2006/relationships/tags" Target="../tags/tag520.xml"/><Relationship Id="rId1" Type="http://schemas.openxmlformats.org/officeDocument/2006/relationships/tags" Target="../tags/tag51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30.xml"/><Relationship Id="rId8" Type="http://schemas.openxmlformats.org/officeDocument/2006/relationships/tags" Target="../tags/tag529.xml"/><Relationship Id="rId7" Type="http://schemas.openxmlformats.org/officeDocument/2006/relationships/tags" Target="../tags/tag528.xml"/><Relationship Id="rId6" Type="http://schemas.openxmlformats.org/officeDocument/2006/relationships/tags" Target="../tags/tag527.xml"/><Relationship Id="rId5" Type="http://schemas.openxmlformats.org/officeDocument/2006/relationships/tags" Target="../tags/tag526.xml"/><Relationship Id="rId4" Type="http://schemas.openxmlformats.org/officeDocument/2006/relationships/tags" Target="../tags/tag525.xml"/><Relationship Id="rId3" Type="http://schemas.openxmlformats.org/officeDocument/2006/relationships/tags" Target="../tags/tag524.xml"/><Relationship Id="rId2" Type="http://schemas.openxmlformats.org/officeDocument/2006/relationships/tags" Target="../tags/tag523.xml"/><Relationship Id="rId15" Type="http://schemas.openxmlformats.org/officeDocument/2006/relationships/slideLayout" Target="../slideLayouts/slideLayout23.xml"/><Relationship Id="rId14" Type="http://schemas.openxmlformats.org/officeDocument/2006/relationships/tags" Target="../tags/tag535.xml"/><Relationship Id="rId13" Type="http://schemas.openxmlformats.org/officeDocument/2006/relationships/tags" Target="../tags/tag534.xml"/><Relationship Id="rId12" Type="http://schemas.openxmlformats.org/officeDocument/2006/relationships/tags" Target="../tags/tag533.xml"/><Relationship Id="rId11" Type="http://schemas.openxmlformats.org/officeDocument/2006/relationships/tags" Target="../tags/tag532.xml"/><Relationship Id="rId10" Type="http://schemas.openxmlformats.org/officeDocument/2006/relationships/tags" Target="../tags/tag531.xml"/><Relationship Id="rId1" Type="http://schemas.openxmlformats.org/officeDocument/2006/relationships/tags" Target="../tags/tag52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" Type="http://schemas.openxmlformats.org/officeDocument/2006/relationships/tags" Target="../tags/tag539.xml"/><Relationship Id="rId3" Type="http://schemas.openxmlformats.org/officeDocument/2006/relationships/tags" Target="../tags/tag538.xml"/><Relationship Id="rId2" Type="http://schemas.openxmlformats.org/officeDocument/2006/relationships/tags" Target="../tags/tag537.xml"/><Relationship Id="rId1" Type="http://schemas.openxmlformats.org/officeDocument/2006/relationships/tags" Target="../tags/tag536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546.xml"/><Relationship Id="rId2" Type="http://schemas.openxmlformats.org/officeDocument/2006/relationships/tags" Target="../tags/tag545.xml"/><Relationship Id="rId1" Type="http://schemas.openxmlformats.org/officeDocument/2006/relationships/tags" Target="../tags/tag544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553.xml"/><Relationship Id="rId8" Type="http://schemas.openxmlformats.org/officeDocument/2006/relationships/tags" Target="../tags/tag552.xml"/><Relationship Id="rId7" Type="http://schemas.openxmlformats.org/officeDocument/2006/relationships/tags" Target="../tags/tag551.xml"/><Relationship Id="rId6" Type="http://schemas.openxmlformats.org/officeDocument/2006/relationships/tags" Target="../tags/tag550.xml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" Type="http://schemas.openxmlformats.org/officeDocument/2006/relationships/tags" Target="../tags/tag549.xml"/><Relationship Id="rId21" Type="http://schemas.openxmlformats.org/officeDocument/2006/relationships/slideLayout" Target="../slideLayouts/slideLayout25.xml"/><Relationship Id="rId20" Type="http://schemas.openxmlformats.org/officeDocument/2006/relationships/tags" Target="../tags/tag560.xml"/><Relationship Id="rId2" Type="http://schemas.openxmlformats.org/officeDocument/2006/relationships/tags" Target="../tags/tag548.xml"/><Relationship Id="rId19" Type="http://schemas.openxmlformats.org/officeDocument/2006/relationships/tags" Target="../tags/tag559.xml"/><Relationship Id="rId18" Type="http://schemas.openxmlformats.org/officeDocument/2006/relationships/tags" Target="../tags/tag558.xml"/><Relationship Id="rId17" Type="http://schemas.openxmlformats.org/officeDocument/2006/relationships/image" Target="../media/image15.svg"/><Relationship Id="rId16" Type="http://schemas.openxmlformats.org/officeDocument/2006/relationships/image" Target="../media/image14.png"/><Relationship Id="rId15" Type="http://schemas.openxmlformats.org/officeDocument/2006/relationships/tags" Target="../tags/tag557.xml"/><Relationship Id="rId14" Type="http://schemas.openxmlformats.org/officeDocument/2006/relationships/tags" Target="../tags/tag556.xml"/><Relationship Id="rId13" Type="http://schemas.openxmlformats.org/officeDocument/2006/relationships/tags" Target="../tags/tag555.xml"/><Relationship Id="rId12" Type="http://schemas.openxmlformats.org/officeDocument/2006/relationships/tags" Target="../tags/tag554.xml"/><Relationship Id="rId11" Type="http://schemas.openxmlformats.org/officeDocument/2006/relationships/image" Target="../media/image13.svg"/><Relationship Id="rId10" Type="http://schemas.openxmlformats.org/officeDocument/2006/relationships/image" Target="../media/image12.png"/><Relationship Id="rId1" Type="http://schemas.openxmlformats.org/officeDocument/2006/relationships/tags" Target="../tags/tag54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568.xml"/><Relationship Id="rId8" Type="http://schemas.openxmlformats.org/officeDocument/2006/relationships/tags" Target="../tags/tag567.xml"/><Relationship Id="rId7" Type="http://schemas.openxmlformats.org/officeDocument/2006/relationships/tags" Target="../tags/tag566.xml"/><Relationship Id="rId6" Type="http://schemas.openxmlformats.org/officeDocument/2006/relationships/tags" Target="../tags/tag565.xml"/><Relationship Id="rId5" Type="http://schemas.openxmlformats.org/officeDocument/2006/relationships/tags" Target="../tags/tag564.xml"/><Relationship Id="rId4" Type="http://schemas.openxmlformats.org/officeDocument/2006/relationships/tags" Target="../tags/tag563.xml"/><Relationship Id="rId3" Type="http://schemas.openxmlformats.org/officeDocument/2006/relationships/image" Target="../media/image16.jpeg"/><Relationship Id="rId2" Type="http://schemas.openxmlformats.org/officeDocument/2006/relationships/tags" Target="../tags/tag562.xml"/><Relationship Id="rId12" Type="http://schemas.openxmlformats.org/officeDocument/2006/relationships/slideLayout" Target="../slideLayouts/slideLayout26.xml"/><Relationship Id="rId11" Type="http://schemas.openxmlformats.org/officeDocument/2006/relationships/tags" Target="../tags/tag570.xml"/><Relationship Id="rId10" Type="http://schemas.openxmlformats.org/officeDocument/2006/relationships/tags" Target="../tags/tag569.xml"/><Relationship Id="rId1" Type="http://schemas.openxmlformats.org/officeDocument/2006/relationships/tags" Target="../tags/tag56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579.xml"/><Relationship Id="rId8" Type="http://schemas.openxmlformats.org/officeDocument/2006/relationships/tags" Target="../tags/tag578.xml"/><Relationship Id="rId7" Type="http://schemas.openxmlformats.org/officeDocument/2006/relationships/tags" Target="../tags/tag577.xml"/><Relationship Id="rId6" Type="http://schemas.openxmlformats.org/officeDocument/2006/relationships/tags" Target="../tags/tag576.xml"/><Relationship Id="rId5" Type="http://schemas.openxmlformats.org/officeDocument/2006/relationships/tags" Target="../tags/tag575.xml"/><Relationship Id="rId4" Type="http://schemas.openxmlformats.org/officeDocument/2006/relationships/tags" Target="../tags/tag574.xml"/><Relationship Id="rId3" Type="http://schemas.openxmlformats.org/officeDocument/2006/relationships/tags" Target="../tags/tag573.xml"/><Relationship Id="rId2" Type="http://schemas.openxmlformats.org/officeDocument/2006/relationships/tags" Target="../tags/tag572.xml"/><Relationship Id="rId12" Type="http://schemas.openxmlformats.org/officeDocument/2006/relationships/slideLayout" Target="../slideLayouts/slideLayout27.xml"/><Relationship Id="rId11" Type="http://schemas.openxmlformats.org/officeDocument/2006/relationships/tags" Target="../tags/tag581.xml"/><Relationship Id="rId10" Type="http://schemas.openxmlformats.org/officeDocument/2006/relationships/tags" Target="../tags/tag580.xml"/><Relationship Id="rId1" Type="http://schemas.openxmlformats.org/officeDocument/2006/relationships/tags" Target="../tags/tag57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584.xml"/><Relationship Id="rId2" Type="http://schemas.openxmlformats.org/officeDocument/2006/relationships/tags" Target="../tags/tag583.xml"/><Relationship Id="rId1" Type="http://schemas.openxmlformats.org/officeDocument/2006/relationships/tags" Target="../tags/tag582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591.xml"/><Relationship Id="rId8" Type="http://schemas.openxmlformats.org/officeDocument/2006/relationships/tags" Target="../tags/tag590.xml"/><Relationship Id="rId7" Type="http://schemas.openxmlformats.org/officeDocument/2006/relationships/tags" Target="../tags/tag589.xml"/><Relationship Id="rId6" Type="http://schemas.openxmlformats.org/officeDocument/2006/relationships/tags" Target="../tags/tag588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tags" Target="../tags/tag587.xml"/><Relationship Id="rId2" Type="http://schemas.openxmlformats.org/officeDocument/2006/relationships/tags" Target="../tags/tag586.xml"/><Relationship Id="rId15" Type="http://schemas.openxmlformats.org/officeDocument/2006/relationships/slideLayout" Target="../slideLayouts/slideLayout28.xml"/><Relationship Id="rId14" Type="http://schemas.openxmlformats.org/officeDocument/2006/relationships/tags" Target="../tags/tag594.xml"/><Relationship Id="rId13" Type="http://schemas.openxmlformats.org/officeDocument/2006/relationships/tags" Target="../tags/tag593.xml"/><Relationship Id="rId12" Type="http://schemas.openxmlformats.org/officeDocument/2006/relationships/tags" Target="../tags/tag592.xml"/><Relationship Id="rId11" Type="http://schemas.openxmlformats.org/officeDocument/2006/relationships/image" Target="../media/image4.svg"/><Relationship Id="rId10" Type="http://schemas.openxmlformats.org/officeDocument/2006/relationships/image" Target="../media/image3.png"/><Relationship Id="rId1" Type="http://schemas.openxmlformats.org/officeDocument/2006/relationships/tags" Target="../tags/tag585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602.xml"/><Relationship Id="rId8" Type="http://schemas.openxmlformats.org/officeDocument/2006/relationships/tags" Target="../tags/tag601.xml"/><Relationship Id="rId7" Type="http://schemas.openxmlformats.org/officeDocument/2006/relationships/tags" Target="../tags/tag600.xml"/><Relationship Id="rId6" Type="http://schemas.openxmlformats.org/officeDocument/2006/relationships/tags" Target="../tags/tag599.xml"/><Relationship Id="rId5" Type="http://schemas.openxmlformats.org/officeDocument/2006/relationships/tags" Target="../tags/tag598.xml"/><Relationship Id="rId4" Type="http://schemas.openxmlformats.org/officeDocument/2006/relationships/tags" Target="../tags/tag597.xml"/><Relationship Id="rId3" Type="http://schemas.openxmlformats.org/officeDocument/2006/relationships/image" Target="../media/image19.jpeg"/><Relationship Id="rId2" Type="http://schemas.openxmlformats.org/officeDocument/2006/relationships/tags" Target="../tags/tag596.xml"/><Relationship Id="rId14" Type="http://schemas.openxmlformats.org/officeDocument/2006/relationships/slideLayout" Target="../slideLayouts/slideLayout29.xml"/><Relationship Id="rId13" Type="http://schemas.openxmlformats.org/officeDocument/2006/relationships/tags" Target="../tags/tag606.xml"/><Relationship Id="rId12" Type="http://schemas.openxmlformats.org/officeDocument/2006/relationships/tags" Target="../tags/tag605.xml"/><Relationship Id="rId11" Type="http://schemas.openxmlformats.org/officeDocument/2006/relationships/tags" Target="../tags/tag604.xml"/><Relationship Id="rId10" Type="http://schemas.openxmlformats.org/officeDocument/2006/relationships/tags" Target="../tags/tag603.xml"/><Relationship Id="rId1" Type="http://schemas.openxmlformats.org/officeDocument/2006/relationships/tags" Target="../tags/tag595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615.xml"/><Relationship Id="rId8" Type="http://schemas.openxmlformats.org/officeDocument/2006/relationships/tags" Target="../tags/tag614.xml"/><Relationship Id="rId7" Type="http://schemas.openxmlformats.org/officeDocument/2006/relationships/tags" Target="../tags/tag613.xml"/><Relationship Id="rId6" Type="http://schemas.openxmlformats.org/officeDocument/2006/relationships/tags" Target="../tags/tag612.xml"/><Relationship Id="rId5" Type="http://schemas.openxmlformats.org/officeDocument/2006/relationships/tags" Target="../tags/tag611.xml"/><Relationship Id="rId4" Type="http://schemas.openxmlformats.org/officeDocument/2006/relationships/tags" Target="../tags/tag610.xml"/><Relationship Id="rId3" Type="http://schemas.openxmlformats.org/officeDocument/2006/relationships/tags" Target="../tags/tag609.xml"/><Relationship Id="rId2" Type="http://schemas.openxmlformats.org/officeDocument/2006/relationships/tags" Target="../tags/tag608.xml"/><Relationship Id="rId12" Type="http://schemas.openxmlformats.org/officeDocument/2006/relationships/slideLayout" Target="../slideLayouts/slideLayout30.xml"/><Relationship Id="rId11" Type="http://schemas.openxmlformats.org/officeDocument/2006/relationships/tags" Target="../tags/tag617.xml"/><Relationship Id="rId10" Type="http://schemas.openxmlformats.org/officeDocument/2006/relationships/tags" Target="../tags/tag616.xml"/><Relationship Id="rId1" Type="http://schemas.openxmlformats.org/officeDocument/2006/relationships/tags" Target="../tags/tag607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620.xml"/><Relationship Id="rId2" Type="http://schemas.openxmlformats.org/officeDocument/2006/relationships/tags" Target="../tags/tag619.xml"/><Relationship Id="rId1" Type="http://schemas.openxmlformats.org/officeDocument/2006/relationships/tags" Target="../tags/tag618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629.xml"/><Relationship Id="rId8" Type="http://schemas.openxmlformats.org/officeDocument/2006/relationships/tags" Target="../tags/tag628.xml"/><Relationship Id="rId7" Type="http://schemas.openxmlformats.org/officeDocument/2006/relationships/tags" Target="../tags/tag627.xml"/><Relationship Id="rId6" Type="http://schemas.openxmlformats.org/officeDocument/2006/relationships/tags" Target="../tags/tag626.xml"/><Relationship Id="rId5" Type="http://schemas.openxmlformats.org/officeDocument/2006/relationships/tags" Target="../tags/tag625.xml"/><Relationship Id="rId4" Type="http://schemas.openxmlformats.org/officeDocument/2006/relationships/tags" Target="../tags/tag624.xml"/><Relationship Id="rId3" Type="http://schemas.openxmlformats.org/officeDocument/2006/relationships/tags" Target="../tags/tag623.xml"/><Relationship Id="rId2" Type="http://schemas.openxmlformats.org/officeDocument/2006/relationships/tags" Target="../tags/tag622.xml"/><Relationship Id="rId11" Type="http://schemas.openxmlformats.org/officeDocument/2006/relationships/slideLayout" Target="../slideLayouts/slideLayout31.xml"/><Relationship Id="rId10" Type="http://schemas.openxmlformats.org/officeDocument/2006/relationships/tags" Target="../tags/tag630.xml"/><Relationship Id="rId1" Type="http://schemas.openxmlformats.org/officeDocument/2006/relationships/tags" Target="../tags/tag621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3.xml"/><Relationship Id="rId2" Type="http://schemas.openxmlformats.org/officeDocument/2006/relationships/tags" Target="../tags/tag632.xml"/><Relationship Id="rId1" Type="http://schemas.openxmlformats.org/officeDocument/2006/relationships/tags" Target="../tags/tag631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6.xml"/><Relationship Id="rId2" Type="http://schemas.openxmlformats.org/officeDocument/2006/relationships/tags" Target="../tags/tag635.xml"/><Relationship Id="rId1" Type="http://schemas.openxmlformats.org/officeDocument/2006/relationships/tags" Target="../tags/tag634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tags" Target="../tags/tag640.xml"/><Relationship Id="rId3" Type="http://schemas.openxmlformats.org/officeDocument/2006/relationships/tags" Target="../tags/tag639.xml"/><Relationship Id="rId2" Type="http://schemas.openxmlformats.org/officeDocument/2006/relationships/tags" Target="../tags/tag638.xml"/><Relationship Id="rId1" Type="http://schemas.openxmlformats.org/officeDocument/2006/relationships/tags" Target="../tags/tag6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639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2025/10/28</a:t>
            </a:r>
            <a:endParaRPr lang="en-US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使用Nuxt.js进行前端开发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6390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汇报人: Sparks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4070350" y="2133600"/>
            <a:ext cx="7258050" cy="2590800"/>
            <a:chOff x="6410" y="3360"/>
            <a:chExt cx="11430" cy="4080"/>
          </a:xfrm>
        </p:grpSpPr>
      </p:grp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Nuxt.js简介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安装与配置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核心特性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项目结构</a:t>
            </a:r>
            <a:endParaRPr lang="zh-CN" altLang="en-US"/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070350" y="2133600"/>
            <a:ext cx="7258050" cy="2590800"/>
            <a:chOff x="6410" y="3360"/>
            <a:chExt cx="11430" cy="4080"/>
          </a:xfrm>
        </p:grpSpPr>
      </p:grp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页面与路由管理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06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数据获取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07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构建与部署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Nuxt.js简介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Nuxt.js是什么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Nuxt.js的定义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Nuxt.js是一个基于Vue.js的开源框架，用于构建服务器端渲染（SSR）和静态生成（SSG）的应用程序。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Nuxt.js的核心特性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它提供了代码分割、服务器端渲染、静态站点生成等功能，简化了Vue.js应用的开发流程。</a:t>
            </a:r>
            <a:endParaRPr lang="zh-CN" altLang="en-US"/>
          </a:p>
          <a:p>
            <a:pPr lvl="1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Nuxt.js的优势</a:t>
            </a:r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5" name="图片占位符 24" descr="base\assets\7"/>
          <p:cNvPicPr>
            <a:picLocks noChangeAspect="1"/>
          </p:cNvPicPr>
          <p:nvPr>
            <p:ph type="pic" idx="16394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8880" y="2303780"/>
            <a:ext cx="650240" cy="65024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服务器端渲染（SSR）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Nuxt.js通过服务器端渲染提供更快的首屏加载速度和更好的SEO优化。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4" name="图片占位符 23" descr="base\assets\2"/>
          <p:cNvPicPr>
            <a:picLocks noChangeAspect="1"/>
          </p:cNvPicPr>
          <p:nvPr>
            <p:ph type="pic" idx="16397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37680" y="2303780"/>
            <a:ext cx="650240" cy="65024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代码分割和懒加载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利用Nuxt.js的代码分割功能，可以实现按需加载，优化应用性能和用户体验。</a:t>
            </a:r>
            <a:endParaRPr lang="zh-CN" altLang="en-US"/>
          </a:p>
        </p:txBody>
      </p:sp>
      <p:sp>
        <p:nvSpPr>
          <p:cNvPr id="13" name="装饰  1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2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6" name="图片占位符 25" descr="base\assets\3"/>
          <p:cNvPicPr>
            <a:picLocks noChangeAspect="1"/>
          </p:cNvPicPr>
          <p:nvPr>
            <p:ph type="pic" idx="16400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98880" y="4818380"/>
            <a:ext cx="650240" cy="65024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idx="16390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易于配置的路由系统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/>
            <p:custDataLst>
              <p:tags r:id="rId22"/>
            </p:custDataLst>
          </p:nvPr>
        </p:nvSpPr>
        <p:spPr/>
        <p:txBody>
          <a:bodyPr/>
          <a:p>
            <a:r>
              <a:rPr lang="zh-CN" altLang="en-US"/>
              <a:t>Nuxt.js内置了强大的路由系统，简化了页面导航的配置，提高了开发效率。</a:t>
            </a:r>
            <a:endParaRPr lang="zh-CN" altLang="en-US"/>
          </a:p>
        </p:txBody>
      </p:sp>
      <p:sp>
        <p:nvSpPr>
          <p:cNvPr id="18" name="装饰  6"/>
          <p:cNvSpPr>
            <a:spLocks noGrp="1"/>
          </p:cNvSpPr>
          <p:nvPr>
            <p:ph type="body" idx="16404"/>
            <p:custDataLst>
              <p:tags r:id="rId2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装饰  7"/>
          <p:cNvSpPr>
            <a:spLocks noGrp="1"/>
          </p:cNvSpPr>
          <p:nvPr>
            <p:ph type="body" idx="16405"/>
            <p:custDataLst>
              <p:tags r:id="rId2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3" name="图片占位符 22" descr="base\assets\10"/>
          <p:cNvPicPr>
            <a:picLocks noChangeAspect="1"/>
          </p:cNvPicPr>
          <p:nvPr>
            <p:ph type="pic" idx="16403"/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837680" y="4818380"/>
            <a:ext cx="650240" cy="650240"/>
          </a:xfrm>
          <a:prstGeom prst="rect">
            <a:avLst/>
          </a:prstGeom>
        </p:spPr>
      </p:pic>
      <p:sp>
        <p:nvSpPr>
          <p:cNvPr id="21" name="文本占位符 20"/>
          <p:cNvSpPr>
            <a:spLocks noGrp="1"/>
          </p:cNvSpPr>
          <p:nvPr>
            <p:ph type="body" idx="16392"/>
            <p:custDataLst>
              <p:tags r:id="rId28"/>
            </p:custDataLst>
          </p:nvPr>
        </p:nvSpPr>
        <p:spPr/>
        <p:txBody>
          <a:bodyPr/>
          <a:p>
            <a:r>
              <a:rPr lang="zh-CN" altLang="en-US"/>
              <a:t>模块化和插件支持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/>
            <p:custDataLst>
              <p:tags r:id="rId29"/>
            </p:custDataLst>
          </p:nvPr>
        </p:nvSpPr>
        <p:spPr/>
        <p:txBody>
          <a:bodyPr/>
          <a:p>
            <a:r>
              <a:rPr lang="zh-CN" altLang="en-US"/>
              <a:t>Nuxt.js支持模块化开发，易于集成各种插件，方便扩展功能和维护项目。</a:t>
            </a:r>
            <a:endParaRPr lang="zh-CN" altLang="en-US"/>
          </a:p>
        </p:txBody>
      </p:sp>
    </p:spTree>
    <p:custDataLst>
      <p:tags r:id="rId3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安装与配置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环境准备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648200" y="609600"/>
            <a:ext cx="6934200" cy="2336800"/>
            <a:chOff x="7320" y="960"/>
            <a:chExt cx="10920" cy="3680"/>
          </a:xfrm>
        </p:grpSpPr>
      </p:grpSp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安装Node.js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确保安装最新版本的Node.js，Nuxt.js需要Node.js环境来运行。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配置开发工具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安装Visual Studio Code等代码编辑器，并配置Nuxt.js插件以提高开发效率。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521970" y="506730"/>
            <a:ext cx="10972800" cy="609600"/>
          </a:xfrm>
        </p:spPr>
        <p:txBody>
          <a:bodyPr/>
          <a:p>
            <a:r>
              <a:rPr lang="zh-CN" altLang="en-US"/>
              <a:t>安装Nuxt.js</a:t>
            </a:r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09600" y="4521200"/>
            <a:ext cx="10972800" cy="1727200"/>
            <a:chOff x="960" y="7120"/>
            <a:chExt cx="17280" cy="2720"/>
          </a:xfrm>
        </p:grpSpPr>
      </p:grpSp>
      <p:sp>
        <p:nvSpPr>
          <p:cNvPr id="4" name="装饰  2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创建项目基础结构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使用命令`npx create-nuxt-app &lt;project-name&gt;`快速搭建项目基础结构。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z="1900"/>
              <a:t>安装依赖</a:t>
            </a:r>
            <a:endParaRPr lang="zh-CN" altLang="en-US" sz="1900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运行`npm install`或`yarn`命令安装项目所需的所有依赖包。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7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z="1900"/>
              <a:t>配置开发服务器</a:t>
            </a:r>
            <a:endParaRPr lang="zh-CN" altLang="en-US" sz="190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编辑`nuxt.config.js`文件，配置开发服务器选项，如端口号和代理设置。</a:t>
            </a:r>
            <a:endParaRPr lang="zh-CN" altLang="en-US"/>
          </a:p>
        </p:txBody>
      </p:sp>
      <p:sp>
        <p:nvSpPr>
          <p:cNvPr id="13" name="装饰  1"/>
          <p:cNvSpPr>
            <a:spLocks noGrp="1"/>
          </p:cNvSpPr>
          <p:nvPr>
            <p:ph type="body" idx="16398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 sz="1900"/>
              <a:t>集成开发环境IDE</a:t>
            </a:r>
            <a:endParaRPr lang="zh-CN" altLang="en-US" sz="190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推荐使用Visual Studio Code等IDE，并安装Nuxt.js扩展以增强开发体验。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基本配置</a:t>
            </a:r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2301875" y="2611120"/>
            <a:ext cx="6324600" cy="2590800"/>
            <a:chOff x="8280" y="5760"/>
            <a:chExt cx="9960" cy="4080"/>
          </a:xfrm>
        </p:grpSpPr>
      </p:grpSp>
      <p:sp>
        <p:nvSpPr>
          <p:cNvPr id="4" name="装饰  2"/>
          <p:cNvSpPr>
            <a:spLocks noGrp="1"/>
          </p:cNvSpPr>
          <p:nvPr>
            <p:ph type="body" idx="16396"/>
            <p:custDataLst>
              <p:tags r:id="rId2"/>
            </p:custDataLst>
          </p:nvPr>
        </p:nvSpPr>
        <p:spPr>
          <a:xfrm>
            <a:off x="2301875" y="2611120"/>
            <a:ext cx="914400" cy="914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>
          <a:xfrm>
            <a:off x="2486025" y="2839720"/>
            <a:ext cx="546100" cy="457200"/>
          </a:xfrm>
        </p:spPr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>
            <a:off x="2301875" y="3779520"/>
            <a:ext cx="1701800" cy="406400"/>
          </a:xfrm>
        </p:spPr>
        <p:txBody>
          <a:bodyPr>
            <a:normAutofit fontScale="90000" lnSpcReduction="10000"/>
          </a:bodyPr>
          <a:p>
            <a:r>
              <a:rPr lang="zh-CN" altLang="en-US"/>
              <a:t>环境变量设置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2301875" y="4287520"/>
            <a:ext cx="1701800" cy="914400"/>
          </a:xfrm>
        </p:spPr>
        <p:txBody>
          <a:bodyPr>
            <a:normAutofit/>
          </a:bodyPr>
          <a:p>
            <a:r>
              <a:rPr lang="zh-CN" altLang="en-US" sz="1100"/>
              <a:t>在项目根目录创建`.env`文件，配置环境变量，如API端点等，以适应不同环境。</a:t>
            </a:r>
            <a:endParaRPr lang="zh-CN" altLang="en-US" sz="1100"/>
          </a:p>
        </p:txBody>
      </p:sp>
      <p:sp>
        <p:nvSpPr>
          <p:cNvPr id="8" name="装饰  6"/>
          <p:cNvSpPr>
            <a:spLocks noGrp="1"/>
          </p:cNvSpPr>
          <p:nvPr>
            <p:ph type="body" idx="16397"/>
            <p:custDataLst>
              <p:tags r:id="rId6"/>
            </p:custDataLst>
          </p:nvPr>
        </p:nvSpPr>
        <p:spPr>
          <a:xfrm>
            <a:off x="4613275" y="2611120"/>
            <a:ext cx="914400" cy="914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>
          <a:xfrm>
            <a:off x="4797425" y="2839720"/>
            <a:ext cx="546100" cy="457200"/>
          </a:xfrm>
        </p:spPr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4613275" y="3779520"/>
            <a:ext cx="1701800" cy="406400"/>
          </a:xfrm>
        </p:spPr>
        <p:txBody>
          <a:bodyPr>
            <a:normAutofit lnSpcReduction="20000"/>
          </a:bodyPr>
          <a:p>
            <a:r>
              <a:rPr lang="zh-CN" altLang="en-US" sz="2200"/>
              <a:t>构建配置</a:t>
            </a:r>
            <a:endParaRPr lang="zh-CN" altLang="en-US" sz="220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>
          <a:xfrm>
            <a:off x="4613275" y="4287520"/>
            <a:ext cx="1701800" cy="914400"/>
          </a:xfrm>
        </p:spPr>
        <p:txBody>
          <a:bodyPr>
            <a:normAutofit fontScale="70000"/>
          </a:bodyPr>
          <a:p>
            <a:r>
              <a:rPr lang="zh-CN" altLang="en-US"/>
              <a:t>编辑`nuxt.config.js`文件，设置构建目标、加载器和插件，优化构建过程和应用性能。</a:t>
            </a:r>
            <a:endParaRPr lang="zh-CN" altLang="en-US"/>
          </a:p>
        </p:txBody>
      </p:sp>
      <p:sp>
        <p:nvSpPr>
          <p:cNvPr id="12" name="装饰  0"/>
          <p:cNvSpPr>
            <a:spLocks noGrp="1"/>
          </p:cNvSpPr>
          <p:nvPr>
            <p:ph type="body" idx="16398"/>
            <p:custDataLst>
              <p:tags r:id="rId10"/>
            </p:custDataLst>
          </p:nvPr>
        </p:nvSpPr>
        <p:spPr>
          <a:xfrm>
            <a:off x="6924675" y="2611120"/>
            <a:ext cx="914400" cy="914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>
          <a:xfrm>
            <a:off x="7108825" y="2839720"/>
            <a:ext cx="546100" cy="457200"/>
          </a:xfrm>
        </p:spPr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>
          <a:xfrm>
            <a:off x="6924675" y="3779520"/>
            <a:ext cx="1701800" cy="406400"/>
          </a:xfrm>
        </p:spPr>
        <p:txBody>
          <a:bodyPr>
            <a:normAutofit lnSpcReduction="20000"/>
          </a:bodyPr>
          <a:p>
            <a:r>
              <a:rPr lang="zh-CN" altLang="en-US" sz="2200"/>
              <a:t>路由配置</a:t>
            </a:r>
            <a:endParaRPr lang="zh-CN" altLang="en-US" sz="220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>
          <a:xfrm>
            <a:off x="6924675" y="4287520"/>
            <a:ext cx="1701800" cy="914400"/>
          </a:xfrm>
        </p:spPr>
        <p:txBody>
          <a:bodyPr>
            <a:normAutofit fontScale="70000"/>
          </a:bodyPr>
          <a:p>
            <a:r>
              <a:rPr lang="zh-CN" altLang="en-US"/>
              <a:t>通过`pages`目录结构和`nuxt.config.js`中的路由配置选项，定制应用的页面路由规则。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核心特性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532130" y="2106295"/>
            <a:ext cx="3429000" cy="1219200"/>
          </a:xfrm>
        </p:spPr>
        <p:txBody>
          <a:bodyPr/>
          <a:p>
            <a:r>
              <a:rPr lang="zh-CN" altLang="en-US"/>
              <a:t>服务器端渲染(SSR)</a:t>
            </a:r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4570730" y="2106295"/>
            <a:ext cx="6934200" cy="2794000"/>
            <a:chOff x="7320" y="5560"/>
            <a:chExt cx="10920" cy="4400"/>
          </a:xfrm>
        </p:grpSpPr>
      </p:grp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4570730" y="2106295"/>
            <a:ext cx="3238500" cy="406400"/>
          </a:xfrm>
        </p:spPr>
        <p:txBody>
          <a:bodyPr/>
          <a:p>
            <a:r>
              <a:rPr lang="zh-CN" altLang="en-US"/>
              <a:t>页面加载速度提升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4570730" y="2665095"/>
            <a:ext cx="3238500" cy="609600"/>
          </a:xfrm>
        </p:spPr>
        <p:txBody>
          <a:bodyPr>
            <a:normAutofit/>
          </a:bodyPr>
          <a:p>
            <a:r>
              <a:rPr lang="zh-CN" altLang="en-US" sz="1000"/>
              <a:t>通过服务器端渲染，页面内容在服务器生成，减少了客户端的计算负担，加快了页面加载速度。</a:t>
            </a:r>
            <a:endParaRPr lang="zh-CN" altLang="en-US" sz="1000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>
          <a:xfrm>
            <a:off x="8266430" y="2106295"/>
            <a:ext cx="3238500" cy="406400"/>
          </a:xfrm>
        </p:spPr>
        <p:txBody>
          <a:bodyPr/>
          <a:p>
            <a:r>
              <a:rPr lang="zh-CN" altLang="en-US"/>
              <a:t>搜索引擎优化(SEO)友好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8266430" y="2665095"/>
            <a:ext cx="3238500" cy="609600"/>
          </a:xfrm>
        </p:spPr>
        <p:txBody>
          <a:bodyPr>
            <a:normAutofit/>
          </a:bodyPr>
          <a:p>
            <a:r>
              <a:rPr lang="zh-CN" altLang="en-US" sz="1000"/>
              <a:t>SSR使得网页内容对搜索引擎更加友好，因为搜索引擎可以抓取到完整的页面内容，提高网站的可见性。</a:t>
            </a:r>
            <a:endParaRPr lang="zh-CN" altLang="en-US" sz="1000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>
          <a:xfrm>
            <a:off x="4570730" y="3731895"/>
            <a:ext cx="3238500" cy="406400"/>
          </a:xfrm>
        </p:spPr>
        <p:txBody>
          <a:bodyPr/>
          <a:p>
            <a:r>
              <a:rPr lang="zh-CN" altLang="en-US"/>
              <a:t>首屏内容快速呈现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>
          <a:xfrm>
            <a:off x="4570730" y="4290695"/>
            <a:ext cx="3238500" cy="609600"/>
          </a:xfrm>
        </p:spPr>
        <p:txBody>
          <a:bodyPr>
            <a:normAutofit/>
          </a:bodyPr>
          <a:p>
            <a:r>
              <a:rPr lang="zh-CN" altLang="en-US" sz="1000"/>
              <a:t>服务器端渲染可以快速渲染出首屏内容，改善用户体验，尤其是在网络条件不佳的情况下。</a:t>
            </a:r>
            <a:endParaRPr lang="zh-CN" altLang="en-US" sz="1000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8"/>
            </p:custDataLst>
          </p:nvPr>
        </p:nvSpPr>
        <p:spPr>
          <a:xfrm>
            <a:off x="8266430" y="3731895"/>
            <a:ext cx="3238500" cy="406400"/>
          </a:xfrm>
        </p:spPr>
        <p:txBody>
          <a:bodyPr/>
          <a:p>
            <a:r>
              <a:rPr lang="zh-CN" altLang="en-US"/>
              <a:t>前后端分离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9"/>
            </p:custDataLst>
          </p:nvPr>
        </p:nvSpPr>
        <p:spPr>
          <a:xfrm>
            <a:off x="8266430" y="4290695"/>
            <a:ext cx="3238500" cy="609600"/>
          </a:xfrm>
        </p:spPr>
        <p:txBody>
          <a:bodyPr>
            <a:normAutofit fontScale="60000"/>
          </a:bodyPr>
          <a:p>
            <a:r>
              <a:rPr lang="zh-CN" altLang="en-US"/>
              <a:t>Nuxt.js通过SSR实现了前后端分离，前端开发者可以专注于页面的展示逻辑，后端开发者可以专注于数据处理逻辑。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静态站点生成(SSG)</a:t>
            </a:r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8" name="图片占位符 17" descr="020cf9e85417d4fce10aeabc7f5c2cdc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7742" r="7742"/>
          <a:stretch>
            <a:fillRect/>
          </a:stretch>
        </p:blipFill>
        <p:spPr>
          <a:xfrm>
            <a:off x="9042400" y="15240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预渲染页面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Nuxt.js通过SSG预渲染页面，提高首屏加载速度，优化SEO表现。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9" name="图片占位符 18" descr="9210d3655ba42ce474d61e3eb752ddbf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6441" b="6559"/>
          <a:stretch>
            <a:fillRect/>
          </a:stretch>
        </p:blipFill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无需服务器运行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生成的静态站点可在没有服务器的情况下运行，降低托管成本，提升访问速度。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代码分割与懒加载</a:t>
            </a:r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09600" y="2235200"/>
            <a:ext cx="6324600" cy="3302000"/>
            <a:chOff x="960" y="3520"/>
            <a:chExt cx="9960" cy="5200"/>
          </a:xfrm>
        </p:grpSpPr>
      </p:grpSp>
      <p:pic>
        <p:nvPicPr>
          <p:cNvPr id="20" name="内容占位符 19" descr="5176b8f39b7f223a16b652967f69ef3b"/>
          <p:cNvPicPr>
            <a:picLocks noChangeAspect="1"/>
          </p:cNvPicPr>
          <p:nvPr>
            <p:ph idx="16394"/>
            <p:custDataLst>
              <p:tags r:id="rId2"/>
            </p:custDataLst>
          </p:nvPr>
        </p:nvPicPr>
        <p:blipFill>
          <a:blip r:embed="rId3"/>
          <a:srcRect l="2272" r="3049"/>
          <a:stretch>
            <a:fillRect/>
          </a:stretch>
        </p:blipFill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动态导入语法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z="1400"/>
              <a:t>Nuxt.js利用动态导入语法实现代码分割，按需加载模块，优化首屏加载时间。</a:t>
            </a:r>
            <a:endParaRPr lang="zh-CN" altLang="en-US" sz="1400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懒加载组件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z="1400"/>
              <a:t>通过懒加载组件，Nuxt.js可以延迟非首屏组件的加载，减少初始加载体积。</a:t>
            </a:r>
            <a:endParaRPr lang="zh-CN" altLang="en-US" sz="1400"/>
          </a:p>
        </p:txBody>
      </p:sp>
      <p:sp>
        <p:nvSpPr>
          <p:cNvPr id="10" name="装饰  8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异步数据获取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Nuxt.js支持异步数据获取，允许在组件中使用asyncData进行数据预取，实现页面的懒加载。</a:t>
            </a:r>
            <a:endParaRPr lang="zh-CN" altLang="en-US"/>
          </a:p>
        </p:txBody>
      </p:sp>
      <p:sp>
        <p:nvSpPr>
          <p:cNvPr id="13" name="装饰  1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优化用户体验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 sz="1400"/>
              <a:t>代码分割与懒加载结合，可以显著提升用户体验，加快页面交互速度，减少等待时间。</a:t>
            </a:r>
            <a:endParaRPr lang="zh-CN" altLang="en-US" sz="1400"/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项目结构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文件结构概览</a:t>
            </a:r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09600" y="2590800"/>
            <a:ext cx="10972800" cy="2032000"/>
            <a:chOff x="960" y="6640"/>
            <a:chExt cx="17280" cy="3200"/>
          </a:xfrm>
        </p:grpSpPr>
      </p:grpSp>
      <p:sp>
        <p:nvSpPr>
          <p:cNvPr id="4" name="装饰  2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>
          <a:xfrm>
            <a:off x="609600" y="2590800"/>
            <a:ext cx="50800" cy="203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762000" y="2590800"/>
            <a:ext cx="2133600" cy="406400"/>
          </a:xfrm>
        </p:spPr>
        <p:txBody>
          <a:bodyPr/>
          <a:p>
            <a:r>
              <a:rPr lang="zh-CN" altLang="en-US"/>
              <a:t>项目根目录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762000" y="3098800"/>
            <a:ext cx="2133600" cy="1524000"/>
          </a:xfrm>
        </p:spPr>
        <p:txBody>
          <a:bodyPr/>
          <a:p>
            <a:r>
              <a:rPr lang="zh-CN" altLang="en-US"/>
              <a:t>包含Nuxt.js项目的配置文件`nuxt.config.js`，以及项目入口文件`index.js`。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5"/>
            </p:custDataLst>
          </p:nvPr>
        </p:nvSpPr>
        <p:spPr>
          <a:xfrm>
            <a:off x="3505200" y="2590800"/>
            <a:ext cx="50800" cy="203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3657600" y="2590800"/>
            <a:ext cx="2133600" cy="406400"/>
          </a:xfrm>
        </p:spPr>
        <p:txBody>
          <a:bodyPr/>
          <a:p>
            <a:r>
              <a:rPr lang="zh-CN" altLang="en-US"/>
              <a:t>页面目录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3657600" y="3098800"/>
            <a:ext cx="2133600" cy="1524000"/>
          </a:xfrm>
        </p:spPr>
        <p:txBody>
          <a:bodyPr/>
          <a:p>
            <a:r>
              <a:rPr lang="zh-CN" altLang="en-US"/>
              <a:t>页面文件位于`pages`目录下，每个文件对应一个路由页面，结构清晰。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7"/>
            <p:custDataLst>
              <p:tags r:id="rId8"/>
            </p:custDataLst>
          </p:nvPr>
        </p:nvSpPr>
        <p:spPr>
          <a:xfrm>
            <a:off x="6400800" y="2590800"/>
            <a:ext cx="50800" cy="203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>
          <a:xfrm>
            <a:off x="6553200" y="2590800"/>
            <a:ext cx="2133600" cy="406400"/>
          </a:xfrm>
        </p:spPr>
        <p:txBody>
          <a:bodyPr/>
          <a:p>
            <a:r>
              <a:rPr lang="zh-CN" altLang="en-US"/>
              <a:t>组件目录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>
          <a:xfrm>
            <a:off x="6553200" y="3098800"/>
            <a:ext cx="2133600" cy="1524000"/>
          </a:xfrm>
        </p:spPr>
        <p:txBody>
          <a:bodyPr/>
          <a:p>
            <a:r>
              <a:rPr lang="zh-CN" altLang="en-US"/>
              <a:t>`components`目录存放可复用的Vue组件，方便在不同页面间共享和管理。</a:t>
            </a:r>
            <a:endParaRPr lang="zh-CN" altLang="en-US"/>
          </a:p>
        </p:txBody>
      </p:sp>
      <p:sp>
        <p:nvSpPr>
          <p:cNvPr id="13" name="装饰  1"/>
          <p:cNvSpPr>
            <a:spLocks noGrp="1"/>
          </p:cNvSpPr>
          <p:nvPr>
            <p:ph type="body" idx="16398"/>
            <p:custDataLst>
              <p:tags r:id="rId11"/>
            </p:custDataLst>
          </p:nvPr>
        </p:nvSpPr>
        <p:spPr>
          <a:xfrm>
            <a:off x="9296400" y="2590800"/>
            <a:ext cx="50800" cy="203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>
          <a:xfrm>
            <a:off x="9448800" y="2590800"/>
            <a:ext cx="2133600" cy="406400"/>
          </a:xfrm>
        </p:spPr>
        <p:txBody>
          <a:bodyPr/>
          <a:p>
            <a:r>
              <a:rPr lang="zh-CN" altLang="en-US"/>
              <a:t>静态资源目录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>
          <a:xfrm>
            <a:off x="9448800" y="3098800"/>
            <a:ext cx="2133600" cy="1524000"/>
          </a:xfrm>
        </p:spPr>
        <p:txBody>
          <a:bodyPr/>
          <a:p>
            <a:r>
              <a:rPr lang="zh-CN" altLang="en-US"/>
              <a:t>`static`目录用于存放静态资源如图片、字体等，直接通过URL访问。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核心文件解析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09600" y="1524000"/>
            <a:ext cx="10972800" cy="1778000"/>
            <a:chOff x="960" y="2400"/>
            <a:chExt cx="17280" cy="2800"/>
          </a:xfrm>
        </p:grpSpPr>
      </p:grpSp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nuxt.config.js配置文件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该文件是Nuxt.js项目的全局配置中心，用于设置路由、构建、插件等。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pages目录结构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pages目录包含所有页面组件，其结构决定了应用的路由结构，是Nuxt.js的核心部分。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页面与路由管理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创建页面</a:t>
            </a:r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609600" y="2108200"/>
            <a:ext cx="10972800" cy="3556000"/>
            <a:chOff x="960" y="3320"/>
            <a:chExt cx="17280" cy="5600"/>
          </a:xfrm>
        </p:grpSpPr>
      </p:grpSp>
      <p:sp>
        <p:nvSpPr>
          <p:cNvPr id="3" name="装饰  1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7" name="图片占位符 16" descr="base\assets\7"/>
          <p:cNvPicPr>
            <a:picLocks noChangeAspect="1"/>
          </p:cNvPicPr>
          <p:nvPr>
            <p:ph type="pic" idx="16392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8800" y="2463800"/>
            <a:ext cx="812800" cy="8128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页面文件结构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在Nuxt.js中，每个页面由一个`.vue`文件表示，文件名即路由路径。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5" name="图片占位符 14" descr="base\assets\8"/>
          <p:cNvPicPr>
            <a:picLocks noChangeAspect="1"/>
          </p:cNvPicPr>
          <p:nvPr>
            <p:ph type="pic" idx="16394"/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89600" y="2463800"/>
            <a:ext cx="812800" cy="8128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页面组件的生命周期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了解`asyncData`和`fetch`方法，它们在页面组件加载前获取数据。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6" name="图片占位符 15" descr="base\assets\9"/>
          <p:cNvPicPr>
            <a:picLocks noChangeAspect="1"/>
          </p:cNvPicPr>
          <p:nvPr>
            <p:ph type="pic" idx="16396"/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50400" y="2463800"/>
            <a:ext cx="812800" cy="81280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8"/>
            </p:custDataLst>
          </p:nvPr>
        </p:nvSpPr>
        <p:spPr/>
        <p:txBody>
          <a:bodyPr/>
          <a:p>
            <a:r>
              <a:rPr lang="zh-CN" altLang="en-US"/>
              <a:t>页面布局与样式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9"/>
            </p:custDataLst>
          </p:nvPr>
        </p:nvSpPr>
        <p:spPr/>
        <p:txBody>
          <a:bodyPr/>
          <a:p>
            <a:r>
              <a:rPr lang="zh-CN" altLang="en-US"/>
              <a:t>使用Nuxt.js的布局系统，可以创建可复用的页面布局，并通过CSS进行样式定制。</a:t>
            </a:r>
            <a:endParaRPr lang="zh-CN" altLang="en-US"/>
          </a:p>
        </p:txBody>
      </p:sp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路由配置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5105400" y="2374900"/>
            <a:ext cx="6019800" cy="3111500"/>
            <a:chOff x="8040" y="3740"/>
            <a:chExt cx="9480" cy="4900"/>
          </a:xfrm>
        </p:grpSpPr>
      </p:grpSp>
      <p:pic>
        <p:nvPicPr>
          <p:cNvPr id="15" name="内容占位符 14" descr="246fc52118cea14ef08eccc319457889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7346" r="7170"/>
          <a:stretch>
            <a:fillRect/>
          </a:stretch>
        </p:blipFill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203200 h 4724400"/>
              <a:gd name="connisteX1" fmla="*/ 203200 w 4038600"/>
              <a:gd name="connsiteY1" fmla="*/ 0 h 4724400"/>
              <a:gd name="connisteX2" fmla="*/ 4038600 w 4038600"/>
              <a:gd name="connsiteY2" fmla="*/ 0 h 4724400"/>
              <a:gd name="connisteX3" fmla="*/ 4038600 w 4038600"/>
              <a:gd name="connsiteY3" fmla="*/ 4724400 h 4724400"/>
              <a:gd name="connisteX4" fmla="*/ 203200 w 4038600"/>
              <a:gd name="connsiteY4" fmla="*/ 4724400 h 4724400"/>
              <a:gd name="connisteX5" fmla="*/ 0 w 4038600"/>
              <a:gd name="connsiteY5" fmla="*/ 4521200 h 4724400"/>
              <a:gd name="connisteX6" fmla="*/ 0 w 40386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38600" y="0"/>
                </a:lnTo>
                <a:lnTo>
                  <a:pt x="40386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动态路由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Nuxt.js支持动态路由，通过在文件名中使用方括号定义参数，实现灵活的路由匹配。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嵌套路由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在Nuxt.js中，可以通过创建子目录和对应的.vue文件来构建嵌套路由，实现复杂的页面结构。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动态路由</a:t>
            </a:r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>
          <a:xfrm>
            <a:off x="609600" y="3032125"/>
            <a:ext cx="3454400" cy="2692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914400" y="3336925"/>
            <a:ext cx="2844800" cy="406400"/>
          </a:xfrm>
        </p:spPr>
        <p:txBody>
          <a:bodyPr/>
          <a:p>
            <a:r>
              <a:rPr lang="zh-CN" altLang="en-US"/>
              <a:t>定义动态路由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914400" y="3895725"/>
            <a:ext cx="2844800" cy="1524000"/>
          </a:xfrm>
        </p:spPr>
        <p:txBody>
          <a:bodyPr/>
          <a:p>
            <a:r>
              <a:rPr lang="zh-CN" altLang="en-US"/>
              <a:t>在Nuxt.js中，通过在文件名中添加方括号来定义动态路由，如`[id].vue`。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5"/>
            </p:custDataLst>
          </p:nvPr>
        </p:nvSpPr>
        <p:spPr>
          <a:xfrm>
            <a:off x="4368800" y="3032125"/>
            <a:ext cx="3454400" cy="2692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4673600" y="3336925"/>
            <a:ext cx="2844800" cy="406400"/>
          </a:xfrm>
        </p:spPr>
        <p:txBody>
          <a:bodyPr/>
          <a:p>
            <a:r>
              <a:rPr lang="zh-CN" altLang="en-US"/>
              <a:t>捕获动态参数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4673600" y="3895725"/>
            <a:ext cx="2844800" cy="1524000"/>
          </a:xfrm>
        </p:spPr>
        <p:txBody>
          <a:bodyPr/>
          <a:p>
            <a:r>
              <a:rPr lang="zh-CN" altLang="en-US"/>
              <a:t>动态路由可以捕获URL中的参数，例如`/user/123`中的`123`会被作为参数传递给组件。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8"/>
            </p:custDataLst>
          </p:nvPr>
        </p:nvSpPr>
        <p:spPr>
          <a:xfrm>
            <a:off x="8128000" y="3032125"/>
            <a:ext cx="3454400" cy="2692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>
          <a:xfrm>
            <a:off x="8432800" y="3336925"/>
            <a:ext cx="2844800" cy="406400"/>
          </a:xfrm>
        </p:spPr>
        <p:txBody>
          <a:bodyPr/>
          <a:p>
            <a:r>
              <a:rPr lang="zh-CN" altLang="en-US"/>
              <a:t>路由守卫与中间件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>
          <a:xfrm>
            <a:off x="8432800" y="3895725"/>
            <a:ext cx="2844800" cy="1524000"/>
          </a:xfrm>
        </p:spPr>
        <p:txBody>
          <a:bodyPr/>
          <a:p>
            <a:r>
              <a:rPr lang="zh-CN" altLang="en-US"/>
              <a:t>使用路由守卫和中间件可以对动态路由进行权限验证或数据预加载，增强应用的安全性和性能。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数据获取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06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在页面中获取数据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1" name="图片占位符 10" descr="base\assets\1"/>
          <p:cNvPicPr>
            <a:picLocks noChangeAspect="1"/>
          </p:cNvPicPr>
          <p:nvPr>
            <p:ph type="pic" idx="16390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019300"/>
            <a:ext cx="1219200" cy="12192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使用fetch方法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Nuxt.js允许在页面组件中使用fetch方法异步获取数据，常用于获取API数据。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3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base\assets\2"/>
          <p:cNvPicPr>
            <a:picLocks noChangeAspect="1"/>
          </p:cNvPicPr>
          <p:nvPr>
            <p:ph type="pic" idx="16392"/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0" y="4533900"/>
            <a:ext cx="1219200" cy="12192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使用asyncData方法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asyncData方法在页面渲染前被调用，可以获取数据并返回给页面，但不会设置组件的数据。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使用API端点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066800" y="2184400"/>
            <a:ext cx="6477000" cy="3403600"/>
            <a:chOff x="1680" y="3440"/>
            <a:chExt cx="10200" cy="5360"/>
          </a:xfrm>
        </p:grpSpPr>
      </p:grpSp>
      <p:pic>
        <p:nvPicPr>
          <p:cNvPr id="17" name="内容占位符 16" descr="54d94970946f85d98c7a033101e48a23"/>
          <p:cNvPicPr>
            <a:picLocks noChangeAspect="1"/>
          </p:cNvPicPr>
          <p:nvPr>
            <p:ph idx="16394"/>
            <p:custDataLst>
              <p:tags r:id="rId2"/>
            </p:custDataLst>
          </p:nvPr>
        </p:nvPicPr>
        <p:blipFill>
          <a:blip r:embed="rId3"/>
          <a:srcRect l="12097" r="12097"/>
          <a:stretch>
            <a:fillRect/>
          </a:stretch>
        </p:blipFill>
        <p:spPr>
          <a:xfrm>
            <a:off x="8001000" y="1524000"/>
            <a:ext cx="3581400" cy="4724400"/>
          </a:xfrm>
          <a:custGeom>
            <a:avLst/>
            <a:gdLst>
              <a:gd name="connisteX0" fmla="*/ 0 w 3581400"/>
              <a:gd name="connsiteY0" fmla="*/ 0 h 4724400"/>
              <a:gd name="connisteX1" fmla="*/ 3378200 w 3581400"/>
              <a:gd name="connsiteY1" fmla="*/ 0 h 4724400"/>
              <a:gd name="connisteX2" fmla="*/ 3581400 w 3581400"/>
              <a:gd name="connsiteY2" fmla="*/ 203200 h 4724400"/>
              <a:gd name="connisteX3" fmla="*/ 3581400 w 3581400"/>
              <a:gd name="connsiteY3" fmla="*/ 4521200 h 4724400"/>
              <a:gd name="connisteX4" fmla="*/ 3378200 w 3581400"/>
              <a:gd name="connsiteY4" fmla="*/ 4724400 h 4724400"/>
              <a:gd name="connisteX5" fmla="*/ 0 w 3581400"/>
              <a:gd name="connsiteY5" fmla="*/ 4724400 h 4724400"/>
              <a:gd name="connisteX6" fmla="*/ 0 w 358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81400" h="4724400">
                <a:moveTo>
                  <a:pt x="0" y="0"/>
                </a:moveTo>
                <a:lnTo>
                  <a:pt x="3378200" y="0"/>
                </a:lnTo>
                <a:cubicBezTo>
                  <a:pt x="3490424" y="0"/>
                  <a:pt x="3581400" y="90976"/>
                  <a:pt x="3581400" y="203200"/>
                </a:cubicBezTo>
                <a:lnTo>
                  <a:pt x="3581400" y="4521200"/>
                </a:lnTo>
                <a:cubicBezTo>
                  <a:pt x="3581400" y="4633424"/>
                  <a:pt x="3490424" y="4724400"/>
                  <a:pt x="337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z="1900"/>
              <a:t>理解API端点</a:t>
            </a:r>
            <a:endParaRPr lang="zh-CN" altLang="en-US" sz="1900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API端点是应用程序与服务器交互的接口，用于获取或发送数据。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配置Nuxt.js中的API端点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在Nuxt.js项目中，通过配置`nuxt.config.js`文件来设置API端点的地址。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 sz="1900"/>
              <a:t>使用Axios进行数据请求</a:t>
            </a:r>
            <a:endParaRPr lang="zh-CN" altLang="en-US" sz="1900"/>
          </a:p>
        </p:txBody>
      </p:sp>
      <p:sp>
        <p:nvSpPr>
          <p:cNvPr id="10" name="文本占位符 9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Nuxt.js推荐使用Axios库来处理HTTP请求，可以方便地在组件中调用API端点。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2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 sz="1900"/>
              <a:t>处理API响应</a:t>
            </a:r>
            <a:endParaRPr lang="zh-CN" altLang="en-US" sz="190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3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获取API数据后，需要在Nuxt.js中处理这些数据，以便在页面或组件中使用。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数据预取与展示</a:t>
            </a:r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使用asyncData方法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Nuxt.js的asyncData方法允许我们在渲染页面之前获取数据，并将数据注入到页面组件中。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使用fetch方法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fetch方法用于在页面组件中获取数据，它在组件初始化之前被调用，并且可以返回Promise。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展示数据的策略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在Nuxt.js中，我们可以利用Vue的模板语法来展示从asyncData或fetch获取的数据。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构建与部署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07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构建应用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2599055" y="1879600"/>
            <a:ext cx="5029200" cy="4013200"/>
            <a:chOff x="10320" y="2960"/>
            <a:chExt cx="7920" cy="6320"/>
          </a:xfrm>
        </p:grpSpPr>
      </p:grp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2599055" y="1879600"/>
            <a:ext cx="2286000" cy="406400"/>
          </a:xfrm>
        </p:spPr>
        <p:txBody>
          <a:bodyPr/>
          <a:p>
            <a:r>
              <a:rPr lang="zh-CN" altLang="en-US"/>
              <a:t>配置Nuxt.js项目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2599055" y="2438400"/>
            <a:ext cx="2286000" cy="1219200"/>
          </a:xfrm>
        </p:spPr>
        <p:txBody>
          <a:bodyPr/>
          <a:p>
            <a:r>
              <a:rPr lang="zh-CN" altLang="en-US"/>
              <a:t>在项目根目录下创建nuxt.config.js文件，配置应用的路由、构建等选项。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>
          <a:xfrm>
            <a:off x="5342255" y="1879600"/>
            <a:ext cx="2286000" cy="406400"/>
          </a:xfrm>
        </p:spPr>
        <p:txBody>
          <a:bodyPr/>
          <a:p>
            <a:r>
              <a:rPr lang="zh-CN" altLang="en-US"/>
              <a:t>使用Nuxt.js模块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5342255" y="2438400"/>
            <a:ext cx="2286000" cy="1219200"/>
          </a:xfrm>
        </p:spPr>
        <p:txBody>
          <a:bodyPr/>
          <a:p>
            <a:r>
              <a:rPr lang="zh-CN" altLang="en-US"/>
              <a:t>利用Nuxt.js提供的模块如@nuxtjs/axios进行API请求，简化开发流程。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>
          <a:xfrm>
            <a:off x="2599055" y="4114800"/>
            <a:ext cx="2286000" cy="406400"/>
          </a:xfrm>
        </p:spPr>
        <p:txBody>
          <a:bodyPr/>
          <a:p>
            <a:r>
              <a:rPr lang="zh-CN" altLang="en-US"/>
              <a:t>优化构建性能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>
          <a:xfrm>
            <a:off x="2599055" y="4673600"/>
            <a:ext cx="2286000" cy="1219200"/>
          </a:xfrm>
        </p:spPr>
        <p:txBody>
          <a:bodyPr/>
          <a:p>
            <a:r>
              <a:rPr lang="zh-CN" altLang="en-US"/>
              <a:t>通过配置webpack和Nuxt.js的build选项，优化打包速度和应用性能。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8"/>
            </p:custDataLst>
          </p:nvPr>
        </p:nvSpPr>
        <p:spPr>
          <a:xfrm>
            <a:off x="5342255" y="4114800"/>
            <a:ext cx="2286000" cy="406400"/>
          </a:xfrm>
        </p:spPr>
        <p:txBody>
          <a:bodyPr/>
          <a:p>
            <a:r>
              <a:rPr lang="zh-CN" altLang="en-US"/>
              <a:t>构建静态站点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9"/>
            </p:custDataLst>
          </p:nvPr>
        </p:nvSpPr>
        <p:spPr>
          <a:xfrm>
            <a:off x="5342255" y="4673600"/>
            <a:ext cx="2286000" cy="1219200"/>
          </a:xfrm>
        </p:spPr>
        <p:txBody>
          <a:bodyPr/>
          <a:p>
            <a:r>
              <a:rPr lang="zh-CN" altLang="en-US"/>
              <a:t>使用nuxt generate命令生成静态站点，便于部署到静态网站托管服务。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SSG </a:t>
            </a:r>
            <a:r>
              <a:rPr lang="zh-CN" altLang="en-US"/>
              <a:t>（</a:t>
            </a:r>
            <a:r>
              <a:rPr lang="en-US" altLang="zh-CN"/>
              <a:t>Static Site Generation)</a:t>
            </a:r>
            <a:endParaRPr lang="en-US" altLang="zh-CN"/>
          </a:p>
        </p:txBody>
      </p:sp>
      <p:sp>
        <p:nvSpPr>
          <p:cNvPr id="21" name="内容占位符 20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nuxt.config.ts</a:t>
            </a:r>
            <a:endParaRPr lang="en-US" altLang="zh-CN"/>
          </a:p>
          <a:p>
            <a:pPr lvl="1"/>
            <a:r>
              <a:rPr lang="en-US" altLang="zh-CN"/>
              <a:t>export default defineNuxtConfig({ ssr: false })</a:t>
            </a:r>
            <a:endParaRPr lang="en-US" altLang="zh-CN"/>
          </a:p>
          <a:p>
            <a:pPr lvl="1"/>
            <a:r>
              <a:rPr lang="en-US" altLang="zh-CN"/>
              <a:t>pnpm run generate</a:t>
            </a:r>
            <a:endParaRPr lang="en-US" altLang="zh-CN"/>
          </a:p>
          <a:p>
            <a:pPr lvl="2"/>
            <a:r>
              <a:rPr lang="en-US" altLang="zh-CN"/>
              <a:t>output folder: .output/public/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SSR (Server Side Rendering)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  <a:p>
            <a:pPr lvl="1"/>
            <a:r>
              <a:rPr lang="en-US" altLang="zh-CN"/>
              <a:t>needs node.js server in runtime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6390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6388"/>
            <p:custDataLst>
              <p:tags r:id="rId3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90190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INDEX" val="40490190"/>
  <p:tag name="KSO_WM_TEMPLATE_CATEGORY" val="custom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90"/>
  <p:tag name="KSO_WM_TEMPLATE_CATEGORY" val="custom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ISNUMDGMTITLE" val="0"/>
  <p:tag name="KSO_WM_TEMPLATE_INDEX" val="40490190"/>
  <p:tag name="KSO_WM_TEMPLATE_CATEGORY" val="custom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ISNUMDGMTITLE" val="0"/>
  <p:tag name="KSO_WM_TEMPLATE_INDEX" val="40490190"/>
  <p:tag name="KSO_WM_TEMPLATE_CATEGORY" val="custom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  <p:tag name="KSO_WM_TEMPLATE_INDEX" val="40490190"/>
  <p:tag name="KSO_WM_TEMPLATE_CATEGORY" val="custom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ISNUMDGMTITLE" val="0"/>
  <p:tag name="KSO_WM_TEMPLATE_INDEX" val="40490190"/>
  <p:tag name="KSO_WM_TEMPLATE_CATEGORY" val="custom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  <p:tag name="KSO_WM_TEMPLATE_INDEX" val="40490190"/>
  <p:tag name="KSO_WM_TEMPLATE_CATEGORY" val="custom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ISNUMDGMTITLE" val="0"/>
  <p:tag name="KSO_WM_TEMPLATE_INDEX" val="40490190"/>
  <p:tag name="KSO_WM_TEMPLATE_CATEGORY" val="custom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ISNUMDGMTITLE" val="0"/>
  <p:tag name="KSO_WM_TEMPLATE_INDEX" val="40490190"/>
  <p:tag name="KSO_WM_TEMPLATE_CATEGORY" val="custom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  <p:tag name="KSO_WM_TEMPLATE_INDEX" val="40490190"/>
  <p:tag name="KSO_WM_TEMPLATE_CATEGORY" val="custom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90"/>
  <p:tag name="KSO_WM_TEMPLATE_CATEGORY" val="custom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4.xml><?xml version="1.0" encoding="utf-8"?>
<p:tagLst xmlns:p="http://schemas.openxmlformats.org/presentationml/2006/main">
  <p:tag name="$PH_EXT" val="2"/>
  <p:tag name="KSO_WM_BEAUTIFY_FLAG" val="#wm#"/>
  <p:tag name="KSO_WM_UNIT_INDEX" val="2"/>
  <p:tag name="KSO_WM_UNIT_TYPE" val="i"/>
  <p:tag name="KSO_WM_FIGMA_FLAG" val="#fgm#"/>
  <p:tag name="KSO_WM_UNIT_ID" val="_9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5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7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085f0eea0a8522f045b09466ecd57e15222ceea4"/>
  <p:tag name="KSO_WM_NEWLAYOUT_ID" val="3079"/>
  <p:tag name="KSO_WM_FIGMA_FLAG" val="#fgm#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8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90"/>
  <p:tag name="KSO_WM_TEMPLATE_CATEGORY" val="custom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3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54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90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  <p:tag name="KSO_WM_UNIT_ISNUMDGMTITLE" val="0"/>
  <p:tag name="KSO_WM_TEMPLATE_INDEX" val="40490190"/>
  <p:tag name="KSO_WM_TEMPLATE_CATEGORY" val="custom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9.xml><?xml version="1.0" encoding="utf-8"?>
<p:tagLst xmlns:p="http://schemas.openxmlformats.org/presentationml/2006/main">
  <p:tag name="$PH_EXT" val="2"/>
  <p:tag name="KSO_WM_BEAUTIFY_FLAG" val="#wm#"/>
  <p:tag name="KSO_WM_UNIT_INDEX" val="2"/>
  <p:tag name="KSO_WM_UNIT_TYPE" val="i"/>
  <p:tag name="KSO_WM_FIGMA_FLAG" val="#fgm#"/>
  <p:tag name="KSO_WM_UNIT_ID" val="_11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60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61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82faa53ea7bd7c03ff8f580e841f147a53f78d3a"/>
  <p:tag name="KSO_WM_NEWLAYOUT_ID" val="3091"/>
  <p:tag name="KSO_WM_FIGMA_FLAG" val="#fgm#"/>
  <p:tag name="KSO_WM_UNIT_ID" val="_1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0d03c7413b81224e471483368f5f8514433165ee"/>
  <p:tag name="KSO_WM_NEWLAYOUT_ID" val="1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6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7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7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7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333cbdeabbe1a7c08702ca827b82e31b1720b560"/>
  <p:tag name="KSO_WM_NEWLAYOUT_GROUP_ID" val="layout_1-5"/>
  <p:tag name="KSO_WM_NEWLAYOUT_ID" val="slide_61223ae7a7f7aefc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8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8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9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9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f2363d545a8a3084dd9b80a8543a88c2cf7b4ab"/>
  <p:tag name="KSO_WM_NEWLAYOUT_GROUP_ID" val="layout_1-5"/>
  <p:tag name="KSO_WM_NEWLAYOUT_ID" val="slide_063b19861dc0a508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0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0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0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1c5cd42989356a210a810b880f52008626df3c"/>
  <p:tag name="KSO_WM_NEWLAYOUT_GROUP_ID" val="layout_67"/>
  <p:tag name="KSO_WM_NEWLAYOUT_ID" val="slide_4381436e4b3aa4dd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24478d0f74e3926b3dbfcfb8c448ff71c6d900c"/>
  <p:tag name="KSO_WM_NEWLAYOUT_GROUP_ID" val="layout_32"/>
  <p:tag name="KSO_WM_NEWLAYOUT_ID" val="slide_7df23377ab243f50"/>
</p:tagLst>
</file>

<file path=ppt/tags/tag1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2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26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0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31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4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35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36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40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41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21dd28b0e9a429ac4eb99e2ad875c1ce245e59c"/>
  <p:tag name="KSO_WM_NEWLAYOUT_GROUP_ID" val="layout_62"/>
  <p:tag name="KSO_WM_NEWLAYOUT_ID" val="slide_200f6023f42ff4b4"/>
</p:tagLst>
</file>

<file path=ppt/tags/tag1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2bf14eb1bfb74075ed5ab4b8453590271f3c9f4"/>
  <p:tag name="KSO_WM_NEWLAYOUT_GROUP_ID" val="layout_51"/>
  <p:tag name="KSO_WM_NEWLAYOUT_ID" val="slide_d63124f9e0382d2d"/>
</p:tagLst>
</file>

<file path=ppt/tags/tag1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6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2f93c5a8034eb4c8a6a0eb6ae22c1d8068fa11e"/>
  <p:tag name="KSO_WM_NEWLAYOUT_GROUP_ID" val="layout_30"/>
  <p:tag name="KSO_WM_NEWLAYOUT_ID" val="slide_bc623c69814fa8bd"/>
</p:tagLst>
</file>

<file path=ppt/tags/tag1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1c98fccd86be5bdd1e1ca14fbf7a1ecd3c9cd59"/>
  <p:tag name="KSO_WM_NEWLAYOUT_GROUP_ID" val="layout_63"/>
  <p:tag name="KSO_WM_NEWLAYOUT_ID" val="slide_f35b556d12691d4f"/>
</p:tagLst>
</file>

<file path=ppt/tags/tag1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0ad2f6cd734dac3d86ac80aa43aa5db3e27e37"/>
  <p:tag name="KSO_WM_NEWLAYOUT_GROUP_ID" val="layout_26"/>
  <p:tag name="KSO_WM_NEWLAYOUT_ID" val="slide_1782e10a2508866f"/>
</p:tagLst>
</file>

<file path=ppt/tags/tag20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3f35ef86f35ae3a5ddb0380cd63db543b3571ec"/>
  <p:tag name="KSO_WM_NEWLAYOUT_GROUP_ID" val="layout_6"/>
  <p:tag name="KSO_WM_NEWLAYOUT_ID" val="slide_afcfbd94b8c824b6"/>
</p:tagLst>
</file>

<file path=ppt/tags/tag2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54034e647120d11685912d62c5b372e87010c62"/>
  <p:tag name="KSO_WM_NEWLAYOUT_GROUP_ID" val="layout_42"/>
  <p:tag name="KSO_WM_NEWLAYOUT_ID" val="slide_09c93aa01c28b66b"/>
</p:tagLst>
</file>

<file path=ppt/tags/tag2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3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ad89696a29d4a10befbcab426bdf90b91c64c3c"/>
  <p:tag name="KSO_WM_NEWLAYOUT_GROUP_ID" val="layout_59"/>
  <p:tag name="KSO_WM_NEWLAYOUT_ID" val="slide_79a6e287972545b5"/>
</p:tagLst>
</file>

<file path=ppt/tags/tag2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f3cf85fea9ca8514d72e1c4f7b77005fe387b6f"/>
  <p:tag name="KSO_WM_NEWLAYOUT_GROUP_ID" val="layout_3"/>
  <p:tag name="KSO_WM_NEWLAYOUT_ID" val="slide_e3a96578dbddad60"/>
</p:tagLst>
</file>

<file path=ppt/tags/tag26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6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68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72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6dba6cc23a88732d7bf167e32ced673309f7a93"/>
  <p:tag name="KSO_WM_NEWLAYOUT_GROUP_ID" val="layout_60"/>
  <p:tag name="KSO_WM_NEWLAYOUT_ID" val="slide_56026a7b49f6f9ff"/>
</p:tagLst>
</file>

<file path=ppt/tags/tag2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80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02bdbfdeae88bcbdeb86873557fe9689c5707d7"/>
  <p:tag name="KSO_WM_NEWLAYOUT_GROUP_ID" val="layout_2"/>
  <p:tag name="KSO_WM_NEWLAYOUT_ID" val="slide_601b8a6f8f27b735"/>
</p:tagLst>
</file>

<file path=ppt/tags/tag2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474153ffc00a35deb80fe9c4117dc811fd0e647"/>
  <p:tag name="KSO_WM_NEWLAYOUT_GROUP_ID" val="layout_39"/>
  <p:tag name="KSO_WM_NEWLAYOUT_ID" val="slide_ba34ffd6e39e1151"/>
</p:tagLst>
</file>

<file path=ppt/tags/tag3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08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12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5353231f460844348df6c77b3e29dd301192565"/>
  <p:tag name="KSO_WM_NEWLAYOUT_GROUP_ID" val="layout_61"/>
  <p:tag name="KSO_WM_NEWLAYOUT_ID" val="slide_1d512a589e2c0a59"/>
</p:tagLst>
</file>

<file path=ppt/tags/tag3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20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3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1846e339d11c6975040b92e3ac851e888c836f1"/>
  <p:tag name="KSO_WM_NEWLAYOUT_GROUP_ID" val="layout_48"/>
  <p:tag name="KSO_WM_NEWLAYOUT_ID" val="slide_4a3a316319699232"/>
</p:tagLst>
</file>

<file path=ppt/tags/tag3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d99c41a5bd753986ba3cfd1ef5bde3318a57a4e"/>
  <p:tag name="KSO_WM_NEWLAYOUT_GROUP_ID" val="layout_65"/>
  <p:tag name="KSO_WM_NEWLAYOUT_ID" val="slide_e290ba90fc0e4252"/>
</p:tagLst>
</file>

<file path=ppt/tags/tag3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89f12526f62c8820b30ff451efa6b984283e1d1"/>
  <p:tag name="KSO_WM_NEWLAYOUT_GROUP_ID" val="layout_38"/>
  <p:tag name="KSO_WM_NEWLAYOUT_ID" val="slide_e75d5968f58836a4"/>
</p:tagLst>
</file>

<file path=ppt/tags/tag3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7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90"/>
  <p:tag name="KSO_WM_TEMPLATE_CATEGORY" val="custom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0190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40"/>
  <p:tag name="KSO_WM_TEMPLATE_CATEGORY" val="custom"/>
  <p:tag name="KSO_WM_TEMPLATE_INDEX" val="40490190"/>
  <p:tag name="KSO_WM_UNIT_ISNUMDGMTITLE" val="0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80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ee738a11db4bb866"/>
  <p:tag name="KSO_WM_TEMPLATE_THUMBS_INDEX" val="1、9"/>
  <p:tag name="KSO_WM_TEMPLATE_INDEX" val="40490190"/>
  <p:tag name="KSO_WM_TEMPLATE_CATEGORY" val="custom"/>
  <p:tag name="KSO_WM_TEMPLATE_MASTER_TYPE" val="0"/>
  <p:tag name="KSO_WM_TAG_VERSION" val="3.0"/>
</p:tagLst>
</file>

<file path=ppt/tags/tag381.xml><?xml version="1.0" encoding="utf-8"?>
<p:tagLst xmlns:p="http://schemas.openxmlformats.org/presentationml/2006/main">
  <p:tag name="KSO_WM_AITEMPLATE_STYLE_ID" val="69796631693"/>
</p:tagLst>
</file>

<file path=ppt/tags/tag382.xml><?xml version="1.0" encoding="utf-8"?>
<p:tagLst xmlns:p="http://schemas.openxmlformats.org/presentationml/2006/main">
  <p:tag name="$PH_EXT" val="2"/>
  <p:tag name="KSO_WM_BEAUTIFY_FLAG" val="#wm#"/>
  <p:tag name="KSO_WM_UNIT_INDEX" val="2"/>
  <p:tag name="KSO_WM_UNIT_TYPE" val="i"/>
  <p:tag name="KSO_WM_FIGMA_FLAG" val="#fgm#"/>
  <p:tag name="KSO_WM_UNIT_ID" val="_9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83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84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085f0eea0a8522f045b09466ecd57e15222ceea4"/>
  <p:tag name="KSO_WM_NEWLAYOUT_ID" val="3079"/>
  <p:tag name="KSO_WM_FIGMA_FLAG" val="#fgm#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85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86.xml><?xml version="1.0" encoding="utf-8"?>
<p:tagLst xmlns:p="http://schemas.openxmlformats.org/presentationml/2006/main">
  <p:tag name="KSO_WM_BEAUTIFY_FLAG" val="#wm#"/>
  <p:tag name="KSO_WM_SLIDE_HAS_MASK" val="1"/>
  <p:tag name="KSO_WM_SLIDE_ID" val="custom40490190_1"/>
  <p:tag name="KSO_WM_SLIDE_INDEX" val="1"/>
  <p:tag name="KSO_WM_SLIDE_ITEM_CNT" val="0"/>
  <p:tag name="KSO_WM_SLIDE_LAYOUT" val="a_f_i"/>
  <p:tag name="KSO_WM_SLIDE_LAYOUT_CNT" val="1_2_1"/>
  <p:tag name="KSO_WM_SLIDE_TYPE" val="title"/>
  <p:tag name="KSO_WM_TAG_VERSION" val="3.0"/>
  <p:tag name="KSO_WM_TEMPLATE_CATEGORY" val="custom"/>
  <p:tag name="KSO_WM_TEMPLATE_INDEX" val="40490190"/>
  <p:tag name="KSO_WM_TEMPLATE_MASTER_TYPE" val="0"/>
  <p:tag name="KSO_WM_TEMPLATE_SLIDE_ID" val="slide_ee738a11db4bb866"/>
  <p:tag name="KSO_WM_TEMPLATE_SUBCATEGORY" val="29"/>
  <p:tag name="KSO_WM_TEMPLATE_THUMBS_INDEX" val="1、9"/>
</p:tagLst>
</file>

<file path=ppt/tags/tag3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333cbdeabbe1a7c08702ca827b82e31b1720b560"/>
  <p:tag name="KSO_WM_NEWLAYOUT_GROUP_ID" val="layout_1-5"/>
  <p:tag name="KSO_WM_NEWLAYOUT_ID" val="slide_61223ae7a7f7aefc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39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3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39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3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39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39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401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4"/>
  <p:tag name="KSO_WM_SLIDE_TYPE" val="contents"/>
  <p:tag name="KSO_WM_TEMPLATE_SUBCATEGORY" val="29"/>
  <p:tag name="KSO_WM_TEMPLATE_FIGMA_ID" val="69796631693"/>
  <p:tag name="KSO_WM_TEMPLATE_SLIDE_ID" val="slide_61223ae7a7f7aefc"/>
</p:tagLst>
</file>

<file path=ppt/tags/tag4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f2363d545a8a3084dd9b80a8543a88c2cf7b4ab"/>
  <p:tag name="KSO_WM_NEWLAYOUT_GROUP_ID" val="layout_1-5"/>
  <p:tag name="KSO_WM_NEWLAYOUT_ID" val="slide_063b19861dc0a508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40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4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40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41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413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3"/>
  <p:tag name="KSO_WM_SLIDE_TYPE" val="contents"/>
  <p:tag name="KSO_WM_TEMPLATE_SUBCATEGORY" val="29"/>
  <p:tag name="KSO_WM_TEMPLATE_FIGMA_ID" val="69796631693"/>
  <p:tag name="KSO_WM_TEMPLATE_SLIDE_ID" val="slide_063b19861dc0a508"/>
</p:tagLst>
</file>

<file path=ppt/tags/tag414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15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16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HAS_MASK" val="0"/>
  <p:tag name="KSO_WM_SLIDE_ID" val="custom4049019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41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001c5cd42989356a210a810b880f52008626df3c"/>
  <p:tag name="KSO_WM_NEWLAYOUT_GROUP_ID" val="layout_67"/>
  <p:tag name="KSO_WM_NEWLAYOUT_ID" val="slide_4381436e4b3aa4dd"/>
  <p:tag name="KSO_WM_UNIT_PRESET_TEXT" val="单击此处编辑母版标题样式"/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UNIT_ISCONTENTSTITLE" val="0"/>
  <p:tag name="KSO_WM_UNIT_ISNUMDGMTITLE" val="0"/>
  <p:tag name="KSO_WM_UNIT_NOCLEAR" val="0"/>
  <p:tag name="KSO_WM_UNIT_VALUE" val="20"/>
  <p:tag name="KSO_WM_TEMPLATE_INDEX" val="40490190"/>
  <p:tag name="KSO_WM_TEMPLATE_CATEGORY" val="custom"/>
</p:tagLst>
</file>

<file path=ppt/tags/tag41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"/>
  <p:tag name="KSO_WM_UNIT_TYPE" val="f"/>
  <p:tag name="KSO_WM_UNIT_PRESET_TEXT" val="单击此处编辑母版文本样式&#10;二级&#10;三级&#10;四级&#10;五级"/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UNIT_SUBTYPE" val="a"/>
  <p:tag name="KSO_WM_UNIT_NOCLEAR" val="0"/>
  <p:tag name="KSO_WM_UNIT_VALUE" val="330"/>
  <p:tag name="KSO_WM_UNIT_ISNUMDGMTITLE" val="0"/>
  <p:tag name="KSO_WM_TEMPLATE_INDEX" val="40490190"/>
  <p:tag name="KSO_WM_TEMPLATE_CATEGORY" val="custom"/>
</p:tagLst>
</file>

<file path=ppt/tags/tag419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31693"/>
  <p:tag name="KSO_WM_TEMPLATE_SLIDE_ID" val="slide_4381436e4b3aa4dd"/>
</p:tagLst>
</file>

<file path=ppt/tags/tag4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24478d0f74e3926b3dbfcfb8c448ff71c6d900c"/>
  <p:tag name="KSO_WM_NEWLAYOUT_GROUP_ID" val="layout_32"/>
  <p:tag name="KSO_WM_NEWLAYOUT_ID" val="slide_7df23377ab243f50"/>
  <p:tag name="KSO_WM_UNIT_PRESET_TEXT" val="单击此处添加标题"/>
</p:tagLst>
</file>

<file path=ppt/tags/tag4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2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423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2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27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</p:tagLst>
</file>

<file path=ppt/tags/tag428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3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32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</p:tagLst>
</file>

<file path=ppt/tags/tag433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4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3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43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</p:tagLst>
</file>

<file path=ppt/tags/tag438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41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31693"/>
  <p:tag name="KSO_WM_TEMPLATE_SLIDE_ID" val="slide_7df23377ab243f50"/>
</p:tagLst>
</file>

<file path=ppt/tags/tag442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43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44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HAS_MASK" val="0"/>
  <p:tag name="KSO_WM_SLIDE_ID" val="custom4049019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4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21dd28b0e9a429ac4eb99e2ad875c1ce245e59c"/>
  <p:tag name="KSO_WM_NEWLAYOUT_GROUP_ID" val="layout_62"/>
  <p:tag name="KSO_WM_NEWLAYOUT_ID" val="slide_200f6023f42ff4b4"/>
  <p:tag name="KSO_WM_UNIT_PRESET_TEXT" val="单击此处添加标题"/>
</p:tagLst>
</file>

<file path=ppt/tags/tag44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4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4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4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52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31693"/>
  <p:tag name="KSO_WM_TEMPLATE_SLIDE_ID" val="slide_200f6023f42ff4b4"/>
</p:tagLst>
</file>

<file path=ppt/tags/tag4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2bf14eb1bfb74075ed5ab4b8453590271f3c9f4"/>
  <p:tag name="KSO_WM_NEWLAYOUT_GROUP_ID" val="layout_51"/>
  <p:tag name="KSO_WM_NEWLAYOUT_ID" val="slide_d63124f9e0382d2d"/>
  <p:tag name="KSO_WM_UNIT_PRESET_TEXT" val="单击此处添加标题"/>
</p:tagLst>
</file>

<file path=ppt/tags/tag45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5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6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6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4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4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66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31693"/>
  <p:tag name="KSO_WM_TEMPLATE_SLIDE_ID" val="slide_d63124f9e0382d2d"/>
</p:tagLst>
</file>

<file path=ppt/tags/tag4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2f93c5a8034eb4c8a6a0eb6ae22c1d8068fa11e"/>
  <p:tag name="KSO_WM_NEWLAYOUT_GROUP_ID" val="layout_30"/>
  <p:tag name="KSO_WM_NEWLAYOUT_ID" val="slide_bc623c69814fa8bd"/>
  <p:tag name="KSO_WM_UNIT_PRESET_TEXT" val="单击此处添加标题"/>
</p:tagLst>
</file>

<file path=ppt/tags/tag46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4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7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4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7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4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80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31693"/>
  <p:tag name="KSO_WM_TEMPLATE_SLIDE_ID" val="slide_bc623c69814fa8bd"/>
</p:tagLst>
</file>

<file path=ppt/tags/tag481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82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83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HAS_MASK" val="0"/>
  <p:tag name="KSO_WM_SLIDE_ID" val="custom4049019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4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1c98fccd86be5bdd1e1ca14fbf7a1ecd3c9cd59"/>
  <p:tag name="KSO_WM_NEWLAYOUT_GROUP_ID" val="layout_63"/>
  <p:tag name="KSO_WM_NEWLAYOUT_ID" val="slide_f35b556d12691d4f"/>
  <p:tag name="KSO_WM_UNIT_PRESET_TEXT" val="单击此处添加标题"/>
</p:tagLst>
</file>

<file path=ppt/tags/tag4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4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93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31693"/>
  <p:tag name="KSO_WM_TEMPLATE_SLIDE_ID" val="slide_f35b556d12691d4f"/>
</p:tagLst>
</file>

<file path=ppt/tags/tag4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0ad2f6cd734dac3d86ac80aa43aa5db3e27e37"/>
  <p:tag name="KSO_WM_NEWLAYOUT_GROUP_ID" val="layout_26"/>
  <p:tag name="KSO_WM_NEWLAYOUT_ID" val="slide_1782e10a2508866f"/>
  <p:tag name="KSO_WM_UNIT_PRESET_TEXT" val="单击此处添加标题"/>
</p:tagLst>
</file>

<file path=ppt/tags/tag49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VCG211342745068&quot;}*auto_galley_ai_*1761620421205_2.239_7261cdc46605-slide-12"/>
</p:tagLst>
</file>

<file path=ppt/tags/tag4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9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VCG41N1144851052&quot;}*auto_galley_ai_*1761620421205_2.239_7261cdc46605-slide-12"/>
</p:tagLst>
</file>

<file path=ppt/tags/tag5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03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31693"/>
  <p:tag name="KSO_WM_TEMPLATE_SLIDE_ID" val="slide_1782e10a2508866f"/>
</p:tagLst>
</file>

<file path=ppt/tags/tag5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3f35ef86f35ae3a5ddb0380cd63db543b3571ec"/>
  <p:tag name="KSO_WM_NEWLAYOUT_GROUP_ID" val="layout_6"/>
  <p:tag name="KSO_WM_NEWLAYOUT_ID" val="slide_afcfbd94b8c824b6"/>
  <p:tag name="KSO_WM_UNIT_PRESET_TEXT" val="单击此处添加标题"/>
</p:tagLst>
</file>

<file path=ppt/tags/tag5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211235113217&quot;}*auto_galley_ai_*1761620421205_2.239_7261cdc46605-slide-13"/>
</p:tagLst>
</file>

<file path=ppt/tags/tag50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5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5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5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1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5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添加项标题"/>
</p:tagLst>
</file>

<file path=ppt/tags/tag5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18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31693"/>
  <p:tag name="KSO_WM_TEMPLATE_SLIDE_ID" val="slide_afcfbd94b8c824b6"/>
</p:tagLst>
</file>

<file path=ppt/tags/tag519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520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521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HAS_MASK" val="0"/>
  <p:tag name="KSO_WM_SLIDE_ID" val="custom4049019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5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54034e647120d11685912d62c5b372e87010c62"/>
  <p:tag name="KSO_WM_NEWLAYOUT_GROUP_ID" val="layout_42"/>
  <p:tag name="KSO_WM_NEWLAYOUT_ID" val="slide_09c93aa01c28b66b"/>
  <p:tag name="KSO_WM_UNIT_PRESET_TEXT" val="单击此处添加标题"/>
</p:tagLst>
</file>

<file path=ppt/tags/tag52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5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2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5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2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5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3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5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5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35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31693"/>
  <p:tag name="KSO_WM_TEMPLATE_SLIDE_ID" val="slide_09c93aa01c28b66b"/>
</p:tagLst>
</file>

<file path=ppt/tags/tag5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ad89696a29d4a10befbcab426bdf90b91c64c3c"/>
  <p:tag name="KSO_WM_NEWLAYOUT_GROUP_ID" val="layout_59"/>
  <p:tag name="KSO_WM_NEWLAYOUT_ID" val="slide_79a6e287972545b5"/>
  <p:tag name="KSO_WM_UNIT_PRESET_TEXT" val="单击此处添加标题"/>
</p:tagLst>
</file>

<file path=ppt/tags/tag5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4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43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31693"/>
  <p:tag name="KSO_WM_TEMPLATE_SLIDE_ID" val="slide_79a6e287972545b5"/>
</p:tagLst>
</file>

<file path=ppt/tags/tag544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545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546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HAS_MASK" val="0"/>
  <p:tag name="KSO_WM_SLIDE_ID" val="custom4049019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5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f3cf85fea9ca8514d72e1c4f7b77005fe387b6f"/>
  <p:tag name="KSO_WM_NEWLAYOUT_GROUP_ID" val="layout_3"/>
  <p:tag name="KSO_WM_NEWLAYOUT_ID" val="slide_e3a96578dbddad60"/>
  <p:tag name="KSO_WM_UNIT_PRESET_TEXT" val="单击此处添加标题"/>
</p:tagLst>
</file>

<file path=ppt/tags/tag54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49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5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5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53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5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5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57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5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60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31693"/>
  <p:tag name="KSO_WM_TEMPLATE_SLIDE_ID" val="slide_e3a96578dbddad60"/>
</p:tagLst>
</file>

<file path=ppt/tags/tag5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6dba6cc23a88732d7bf167e32ced673309f7a93"/>
  <p:tag name="KSO_WM_NEWLAYOUT_GROUP_ID" val="layout_60"/>
  <p:tag name="KSO_WM_NEWLAYOUT_ID" val="slide_56026a7b49f6f9ff"/>
  <p:tag name="KSO_WM_UNIT_PRESET_TEXT" val="单击此处添加标题"/>
</p:tagLst>
</file>

<file path=ppt/tags/tag5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41N1339458500&quot;}*auto_galley_ai_*1761620421205_2.239_7261cdc46605-slide-19"/>
</p:tagLst>
</file>

<file path=ppt/tags/tag563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  <p:tag name="KSO_WM_UNIT_PRESET_TEXT" val=" "/>
</p:tagLst>
</file>

<file path=ppt/tags/tag5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5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5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5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5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70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31693"/>
  <p:tag name="KSO_WM_TEMPLATE_SLIDE_ID" val="slide_56026a7b49f6f9ff"/>
</p:tagLst>
</file>

<file path=ppt/tags/tag5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02bdbfdeae88bcbdeb86873557fe9689c5707d7"/>
  <p:tag name="KSO_WM_NEWLAYOUT_GROUP_ID" val="layout_2"/>
  <p:tag name="KSO_WM_NEWLAYOUT_ID" val="slide_601b8a6f8f27b735"/>
  <p:tag name="KSO_WM_UNIT_PRESET_TEXT" val="单击此处添加标题"/>
</p:tagLst>
</file>

<file path=ppt/tags/tag57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5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7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5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7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5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5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81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31693"/>
  <p:tag name="KSO_WM_TEMPLATE_SLIDE_ID" val="slide_601b8a6f8f27b735"/>
</p:tagLst>
</file>

<file path=ppt/tags/tag582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583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584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HAS_MASK" val="0"/>
  <p:tag name="KSO_WM_SLIDE_ID" val="custom4049019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5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474153ffc00a35deb80fe9c4117dc811fd0e647"/>
  <p:tag name="KSO_WM_NEWLAYOUT_GROUP_ID" val="layout_39"/>
  <p:tag name="KSO_WM_NEWLAYOUT_ID" val="slide_ba34ffd6e39e1151"/>
  <p:tag name="KSO_WM_UNIT_PRESET_TEXT" val="单击此处添加标题"/>
</p:tagLst>
</file>

<file path=ppt/tags/tag5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87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5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9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91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5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94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FIGMA_ID" val="69796631693"/>
  <p:tag name="KSO_WM_TEMPLATE_SLIDE_ID" val="slide_ba34ffd6e39e1151"/>
</p:tagLst>
</file>

<file path=ppt/tags/tag5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5353231f460844348df6c77b3e29dd301192565"/>
  <p:tag name="KSO_WM_NEWLAYOUT_GROUP_ID" val="layout_61"/>
  <p:tag name="KSO_WM_NEWLAYOUT_ID" val="slide_1d512a589e2c0a59"/>
  <p:tag name="KSO_WM_UNIT_PRESET_TEXT" val="单击此处添加标题"/>
</p:tagLst>
</file>

<file path=ppt/tags/tag5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211249124718&quot;}*auto_galley_ai_*1761620421205_2.239_7261cdc46605-slide-23"/>
</p:tagLst>
</file>

<file path=ppt/tags/tag597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  <p:tag name="KSO_WM_UNIT_PRESET_TEXT" val=" "/>
</p:tagLst>
</file>

<file path=ppt/tags/tag5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5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6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6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添加项标题"/>
</p:tagLst>
</file>

<file path=ppt/tags/tag6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06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31693"/>
  <p:tag name="KSO_WM_TEMPLATE_SLIDE_ID" val="slide_1d512a589e2c0a59"/>
</p:tagLst>
</file>

<file path=ppt/tags/tag6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1846e339d11c6975040b92e3ac851e888c836f1"/>
  <p:tag name="KSO_WM_NEWLAYOUT_GROUP_ID" val="layout_48"/>
  <p:tag name="KSO_WM_NEWLAYOUT_ID" val="slide_4a3a316319699232"/>
  <p:tag name="KSO_WM_UNIT_PRESET_TEXT" val="单击此处添加标题"/>
</p:tagLst>
</file>

<file path=ppt/tags/tag60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6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1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6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1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6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6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17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31693"/>
  <p:tag name="KSO_WM_TEMPLATE_SLIDE_ID" val="slide_4a3a316319699232"/>
</p:tagLst>
</file>

<file path=ppt/tags/tag618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619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620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HAS_MASK" val="0"/>
  <p:tag name="KSO_WM_SLIDE_ID" val="custom4049019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MASTER_TYPE" val="0"/>
  <p:tag name="KSO_WM_TEMPLATE_SLIDE_ID" val="slide_0e3ab8503af4c08e"/>
  <p:tag name="KSO_WM_TEMPLATE_SUBCATEGORY" val="29"/>
</p:tagLst>
</file>

<file path=ppt/tags/tag6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d99c41a5bd753986ba3cfd1ef5bde3318a57a4e"/>
  <p:tag name="KSO_WM_NEWLAYOUT_GROUP_ID" val="layout_65"/>
  <p:tag name="KSO_WM_NEWLAYOUT_ID" val="slide_e290ba90fc0e4252"/>
  <p:tag name="KSO_WM_UNIT_PRESET_TEXT" val="单击此处添加标题"/>
</p:tagLst>
</file>

<file path=ppt/tags/tag6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6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6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6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6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30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TEMPLATE_FIGMA_ID" val="69796631693"/>
  <p:tag name="KSO_WM_TEMPLATE_SLIDE_ID" val="slide_e290ba90fc0e4252"/>
</p:tagLst>
</file>

<file path=ppt/tags/tag63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589f12526f62c8820b30ff451efa6b984283e1d1"/>
  <p:tag name="KSO_WM_NEWLAYOUT_GROUP_ID" val="layout_38"/>
  <p:tag name="KSO_WM_NEWLAYOUT_ID" val="slide_e75d5968f58836a4"/>
  <p:tag name="KSO_WM_UNIT_PRESET_TEXT" val="单击此处编辑母版标题样式"/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UNIT_ISCONTENTSTITLE" val="0"/>
  <p:tag name="KSO_WM_UNIT_ISNUMDGMTITLE" val="0"/>
  <p:tag name="KSO_WM_UNIT_NOCLEAR" val="0"/>
  <p:tag name="KSO_WM_UNIT_VALUE" val="20"/>
  <p:tag name="KSO_WM_TEMPLATE_INDEX" val="40490190"/>
  <p:tag name="KSO_WM_TEMPLATE_CATEGORY" val="custom"/>
</p:tagLst>
</file>

<file path=ppt/tags/tag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90190"/>
  <p:tag name="KSO_WM_TEMPLATE_CATEGORY" val="custom"/>
</p:tagLst>
</file>

<file path=ppt/tags/tag633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FIGMA_ID" val="69796631693"/>
  <p:tag name="KSO_WM_TEMPLATE_SLIDE_ID" val="slide_e75d5968f58836a4"/>
</p:tagLst>
</file>

<file path=ppt/tags/tag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90190"/>
  <p:tag name="KSO_WM_TEMPLATE_CATEGORY" val="custom"/>
</p:tagLst>
</file>

<file path=ppt/tags/tag636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</p:tagLst>
</file>

<file path=ppt/tags/tag637.xml><?xml version="1.0" encoding="utf-8"?>
<p:tagLst xmlns:p="http://schemas.openxmlformats.org/presentationml/2006/main">
  <p:tag name="$PH_EXT" val="2"/>
  <p:tag name="KSO_WM_BEAUTIFY_FLAG" val="#wm#"/>
  <p:tag name="KSO_WM_UNIT_INDEX" val="2"/>
  <p:tag name="KSO_WM_UNIT_TYPE" val="i"/>
  <p:tag name="KSO_WM_FIGMA_FLAG" val="#fgm#"/>
  <p:tag name="KSO_WM_UNIT_ID" val="_11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638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639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82faa53ea7bd7c03ff8f580e841f147a53f78d3a"/>
  <p:tag name="KSO_WM_NEWLAYOUT_ID" val="3091"/>
  <p:tag name="KSO_WM_FIGMA_FLAG" val="#fgm#"/>
  <p:tag name="KSO_WM_UNIT_ID" val="_1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640.xml><?xml version="1.0" encoding="utf-8"?>
<p:tagLst xmlns:p="http://schemas.openxmlformats.org/presentationml/2006/main">
  <p:tag name="KSO_WM_BEAUTIFY_FLAG" val="#wm#"/>
  <p:tag name="KSO_WM_TEMPLATE_CATEGORY" val="custom"/>
  <p:tag name="KSO_WM_TEMPLATE_INDEX" val="40490190"/>
  <p:tag name="KSO_WM_SLIDE_HAS_MASK" val="1"/>
  <p:tag name="KSO_WM_SLIDE_ID" val="custom40490190_9"/>
  <p:tag name="KSO_WM_SLIDE_INDEX" val="5"/>
  <p:tag name="KSO_WM_SLIDE_ITEM_CNT" val="0"/>
  <p:tag name="KSO_WM_SLIDE_LAYOUT" val="a_b_i"/>
  <p:tag name="KSO_WM_SLIDE_LAYOUT_CNT" val="1_1_1"/>
  <p:tag name="KSO_WM_SLIDE_TYPE" val="endPage"/>
  <p:tag name="KSO_WM_TAG_VERSION" val="3.0"/>
  <p:tag name="KSO_WM_TEMPLATE_MASTER_TYPE" val="0"/>
  <p:tag name="KSO_WM_TEMPLATE_SLIDE_ID" val="slide_5ec36f64ca385f24"/>
  <p:tag name="KSO_WM_TEMPLATE_SUBCATEGORY" val="29"/>
</p:tagLst>
</file>

<file path=ppt/tags/tag641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Office 主题​​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自定义 45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3146</Words>
  <Application>WPS 演示</Application>
  <PresentationFormat>宽屏</PresentationFormat>
  <Paragraphs>438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</vt:lpstr>
      <vt:lpstr>宋体</vt:lpstr>
      <vt:lpstr>Wingdings</vt:lpstr>
      <vt:lpstr>MiSans Demibold</vt:lpstr>
      <vt:lpstr>AMGDT</vt:lpstr>
      <vt:lpstr>微软雅黑</vt:lpstr>
      <vt:lpstr>Arial Unicode MS</vt:lpstr>
      <vt:lpstr>Office 主题​​</vt:lpstr>
      <vt:lpstr>使用Nuxt.js进行前端开发</vt:lpstr>
      <vt:lpstr>目录</vt:lpstr>
      <vt:lpstr>目录</vt:lpstr>
      <vt:lpstr>Nuxt.js简介</vt:lpstr>
      <vt:lpstr>Nuxt.js是什么</vt:lpstr>
      <vt:lpstr>Nuxt.js的优势</vt:lpstr>
      <vt:lpstr>安装与配置</vt:lpstr>
      <vt:lpstr>环境准备</vt:lpstr>
      <vt:lpstr>安装Nuxt.js</vt:lpstr>
      <vt:lpstr>基本配置</vt:lpstr>
      <vt:lpstr>核心特性</vt:lpstr>
      <vt:lpstr>服务器端渲染(SSR)</vt:lpstr>
      <vt:lpstr>静态站点生成(SSG)</vt:lpstr>
      <vt:lpstr>代码分割与懒加载</vt:lpstr>
      <vt:lpstr>项目结构</vt:lpstr>
      <vt:lpstr>文件结构概览</vt:lpstr>
      <vt:lpstr>核心文件解析</vt:lpstr>
      <vt:lpstr>页面与路由管理</vt:lpstr>
      <vt:lpstr>创建页面</vt:lpstr>
      <vt:lpstr>路由配置</vt:lpstr>
      <vt:lpstr>动态路由</vt:lpstr>
      <vt:lpstr>数据获取</vt:lpstr>
      <vt:lpstr>在页面中获取数据</vt:lpstr>
      <vt:lpstr>使用API端点</vt:lpstr>
      <vt:lpstr>数据预取与展示</vt:lpstr>
      <vt:lpstr>构建与部署</vt:lpstr>
      <vt:lpstr>构建应用</vt:lpstr>
      <vt:lpstr>部署指南</vt:lpstr>
      <vt:lpstr>PowerPoint 演示文稿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VhuanTech</cp:lastModifiedBy>
  <cp:revision>19</cp:revision>
  <dcterms:created xsi:type="dcterms:W3CDTF">2023-07-11T07:43:00Z</dcterms:created>
  <dcterms:modified xsi:type="dcterms:W3CDTF">2025-10-28T05:33:21Z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A1099CD7A80A4675B2158540EE5A3AD2_13</vt:lpwstr>
  </property>
  <property fmtid="{D5CDD505-2E9C-101B-9397-08002B2CF9AE}" pid="4" name="KSOTemplateUUID">
    <vt:lpwstr>v1.0_ai_69796631693</vt:lpwstr>
  </property>
</Properties>
</file>