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62" r:id="rId4"/>
    <p:sldId id="266" r:id="rId5"/>
    <p:sldId id="263" r:id="rId6"/>
    <p:sldId id="270" r:id="rId7"/>
    <p:sldId id="268" r:id="rId8"/>
    <p:sldId id="261" r:id="rId9"/>
    <p:sldId id="264" r:id="rId10"/>
    <p:sldId id="267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mtClean="0">
                <a:latin typeface="+mj-lt"/>
                <a:ea typeface="+mj-ea"/>
              </a:rPr>
              <a:t>Aliyun Notes</a:t>
            </a:r>
            <a:endParaRPr lang="en-US" altLang="zh-CN" smtClean="0">
              <a:latin typeface="+mj-lt"/>
              <a:ea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558165"/>
          </a:xfrm>
        </p:spPr>
        <p:txBody>
          <a:bodyPr>
            <a:noAutofit/>
          </a:bodyPr>
          <a:p>
            <a:r>
              <a:rPr lang="en-US" altLang="zh-CN" sz="1400" smtClean="0">
                <a:latin typeface="+mn-lt"/>
                <a:ea typeface="+mn-ea"/>
              </a:rPr>
              <a:t>Sparks Lu</a:t>
            </a:r>
            <a:endParaRPr lang="en-US" altLang="zh-CN" sz="1400" smtClean="0">
              <a:latin typeface="+mn-lt"/>
              <a:ea typeface="+mn-ea"/>
            </a:endParaRPr>
          </a:p>
          <a:p>
            <a:r>
              <a:rPr lang="en-US" altLang="zh-CN" sz="1400" smtClean="0">
                <a:latin typeface="+mn-lt"/>
                <a:ea typeface="+mn-ea"/>
              </a:rPr>
              <a:t>Last updated: 6/19/2017</a:t>
            </a:r>
            <a:endParaRPr lang="en-US" altLang="zh-CN" sz="1400" smtClean="0"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Concepts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1853565" y="1901825"/>
            <a:ext cx="4041775" cy="14547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ECS (Elastic Computing Service)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1853565" y="3575685"/>
            <a:ext cx="4041775" cy="14547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OSS (Object Storage Service)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703695" y="1901825"/>
            <a:ext cx="4041775" cy="14547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RDS (Remote DB Service)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Get IP Address of ECS from Ali</a:t>
            </a:r>
            <a:endParaRPr lang="en-US" altLang="zh-CN">
              <a:sym typeface="+mn-ea"/>
            </a:endParaRPr>
          </a:p>
          <a:p>
            <a:r>
              <a:rPr lang="en-US" altLang="zh-CN"/>
              <a:t>Log in with root</a:t>
            </a:r>
            <a:endParaRPr lang="en-US" altLang="zh-CN"/>
          </a:p>
          <a:p>
            <a:r>
              <a:rPr lang="en-US" altLang="zh-CN"/>
              <a:t>Create new user account</a:t>
            </a:r>
            <a:endParaRPr lang="en-US" altLang="zh-CN"/>
          </a:p>
          <a:p>
            <a:r>
              <a:rPr lang="en-US" altLang="zh-CN"/>
              <a:t>Install Apache</a:t>
            </a:r>
            <a:endParaRPr lang="en-US" altLang="zh-CN"/>
          </a:p>
          <a:p>
            <a:pPr lvl="1">
              <a:buFont typeface="Wingdings" panose="05000000000000000000" charset="0"/>
              <a:buChar char=""/>
            </a:pPr>
            <a:r>
              <a:rPr lang="en-US" altLang="zh-CN"/>
              <a:t>sudo apt install apache</a:t>
            </a:r>
            <a:endParaRPr lang="en-US" altLang="zh-CN"/>
          </a:p>
          <a:p>
            <a:pPr lvl="0" algn="l">
              <a:buClrTx/>
              <a:buSzTx/>
              <a:buChar char="〉"/>
            </a:pPr>
            <a:r>
              <a:rPr lang="en-US" altLang="zh-CN"/>
              <a:t>设置安全组规则</a:t>
            </a:r>
            <a:endParaRPr lang="en-US" altLang="zh-CN"/>
          </a:p>
          <a:p>
            <a:pPr lvl="1">
              <a:buFont typeface="Wingdings" panose="05000000000000000000" charset="0"/>
              <a:buChar char=""/>
            </a:pPr>
            <a:r>
              <a:rPr lang="en-US" altLang="zh-CN"/>
              <a:t>Add HTTP 80 port rule</a:t>
            </a:r>
            <a:endParaRPr lang="en-US" altLang="zh-CN"/>
          </a:p>
          <a:p>
            <a:pPr lvl="0" algn="l">
              <a:buClrTx/>
              <a:buSzTx/>
              <a:buChar char="〉"/>
            </a:pPr>
            <a:r>
              <a:rPr lang="en-US" altLang="zh-CN"/>
              <a:t>域名解析</a:t>
            </a:r>
            <a:endParaRPr lang="en-US" altLang="zh-CN"/>
          </a:p>
          <a:p>
            <a:pPr lvl="1">
              <a:buFont typeface="Wingdings" panose="05000000000000000000" charset="0"/>
              <a:buChar char=""/>
            </a:pPr>
            <a:r>
              <a:rPr lang="zh-CN" altLang="zh-CN"/>
              <a:t>域名管理</a:t>
            </a:r>
            <a:r>
              <a:rPr lang="en-US" altLang="zh-CN"/>
              <a:t>-</a:t>
            </a:r>
            <a:r>
              <a:rPr lang="zh-CN" altLang="en-US"/>
              <a:t>》解析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OSS</a:t>
            </a:r>
            <a:endParaRPr lang="en-US" altLang="zh-CN"/>
          </a:p>
        </p:txBody>
      </p:sp>
      <p:sp>
        <p:nvSpPr>
          <p:cNvPr id="4" name="圆柱形 3"/>
          <p:cNvSpPr/>
          <p:nvPr/>
        </p:nvSpPr>
        <p:spPr>
          <a:xfrm>
            <a:off x="1651635" y="2082165"/>
            <a:ext cx="7969250" cy="3794760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Bucket</a:t>
            </a:r>
            <a:endParaRPr lang="en-US" altLang="zh-CN"/>
          </a:p>
        </p:txBody>
      </p:sp>
      <p:sp>
        <p:nvSpPr>
          <p:cNvPr id="6" name="椭圆 5"/>
          <p:cNvSpPr/>
          <p:nvPr/>
        </p:nvSpPr>
        <p:spPr>
          <a:xfrm>
            <a:off x="2764155" y="3337560"/>
            <a:ext cx="1597660" cy="94170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Object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大模型应用上架及合规备案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9872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https://help.aliyun.com/zh/model-studio/compliance-and-launch-filing-guide-for-ai-apps-powered-by-the-tongyi-model</a:t>
            </a:r>
            <a:endParaRPr lang="en-US" altLang="zh-CN"/>
          </a:p>
          <a:p>
            <a:pPr lvl="0"/>
            <a:r>
              <a:rPr lang="zh-CN" altLang="en-US"/>
              <a:t>大模型算法备案</a:t>
            </a:r>
            <a:r>
              <a:rPr lang="zh-CN" altLang="en-US"/>
              <a:t>信息</a:t>
            </a:r>
            <a:endParaRPr lang="zh-CN" altLang="en-US"/>
          </a:p>
          <a:p>
            <a:pPr lvl="1"/>
            <a:r>
              <a:rPr lang="zh-CN" altLang="en-US"/>
              <a:t>算法备案</a:t>
            </a:r>
            <a:r>
              <a:rPr lang="zh-CN" altLang="en-US"/>
              <a:t>系统</a:t>
            </a:r>
            <a:endParaRPr lang="zh-CN" altLang="en-US"/>
          </a:p>
          <a:p>
            <a:pPr lvl="2"/>
            <a:r>
              <a:rPr lang="en-US" altLang="zh-CN"/>
              <a:t>https://beian.cac.gov.cn/#/index</a:t>
            </a:r>
            <a:endParaRPr lang="en-US" altLang="zh-CN"/>
          </a:p>
          <a:p>
            <a:pPr lvl="2"/>
            <a:r>
              <a:rPr lang="zh-CN" altLang="en-US"/>
              <a:t>备案</a:t>
            </a:r>
            <a:r>
              <a:rPr lang="zh-CN" altLang="en-US"/>
              <a:t>号</a:t>
            </a:r>
            <a:endParaRPr lang="zh-CN" altLang="en-US"/>
          </a:p>
          <a:p>
            <a:pPr lvl="3"/>
            <a:r>
              <a:rPr lang="zh-CN" altLang="en-US"/>
              <a:t>千问：网信算备</a:t>
            </a:r>
            <a:r>
              <a:rPr lang="en-US" altLang="zh-CN"/>
              <a:t>330110507206401230035</a:t>
            </a:r>
            <a:r>
              <a:rPr lang="zh-CN" altLang="en-US"/>
              <a:t>号</a:t>
            </a:r>
            <a:endParaRPr lang="zh-CN" altLang="en-US"/>
          </a:p>
          <a:p>
            <a:pPr lvl="1"/>
            <a:r>
              <a:rPr lang="zh-CN" altLang="en-US"/>
              <a:t>应用主体与阿里云的合作协议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Python Development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Dev Environment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Aliyun Python SDK</a:t>
            </a:r>
            <a:endParaRPr lang="en-US" altLang="zh-CN"/>
          </a:p>
          <a:p>
            <a:pPr lvl="1"/>
            <a:r>
              <a:rPr lang="en-US" altLang="zh-CN"/>
              <a:t>Install</a:t>
            </a:r>
            <a:endParaRPr lang="en-US" altLang="zh-CN"/>
          </a:p>
          <a:p>
            <a:pPr lvl="2"/>
            <a:r>
              <a:rPr lang="en-US" altLang="zh-CN" sz="1620">
                <a:sym typeface="+mn-ea"/>
              </a:rPr>
              <a:t>pip install aliyun-python-sdk-core</a:t>
            </a:r>
            <a:endParaRPr lang="en-US" altLang="zh-CN" sz="1620">
              <a:sym typeface="+mn-ea"/>
            </a:endParaRPr>
          </a:p>
          <a:p>
            <a:pPr lvl="2"/>
            <a:r>
              <a:rPr lang="en-US" altLang="zh-CN" sz="1620">
                <a:sym typeface="+mn-ea"/>
              </a:rPr>
              <a:t>pip install aliyun-python-sdk-oss</a:t>
            </a:r>
            <a:endParaRPr lang="en-US" altLang="zh-CN" sz="1620">
              <a:sym typeface="+mn-ea"/>
            </a:endParaRPr>
          </a:p>
          <a:p>
            <a:pPr lvl="2"/>
            <a:r>
              <a:rPr lang="en-US" altLang="zh-CN" sz="1620">
                <a:sym typeface="+mn-ea"/>
              </a:rPr>
              <a:t>pip install oss2</a:t>
            </a:r>
            <a:endParaRPr lang="en-US" altLang="zh-CN" sz="1620">
              <a:sym typeface="+mn-ea"/>
            </a:endParaRPr>
          </a:p>
          <a:p>
            <a:pPr lvl="2"/>
            <a:r>
              <a:rPr lang="en-US" altLang="zh-CN" sz="1620"/>
              <a:t>oss-admin</a:t>
            </a:r>
            <a:endParaRPr lang="en-US" altLang="zh-CN" sz="1620"/>
          </a:p>
          <a:p>
            <a:pPr lvl="3"/>
            <a:r>
              <a:rPr lang="en-US" altLang="zh-CN" sz="1620">
                <a:sym typeface="+mn-ea"/>
              </a:rPr>
              <a:t>git clone https://github.com/aliyun/aliyun-openapi-python-sdk.git</a:t>
            </a:r>
            <a:endParaRPr lang="en-US" altLang="zh-CN" sz="1620">
              <a:sym typeface="+mn-ea"/>
            </a:endParaRPr>
          </a:p>
          <a:p>
            <a:pPr lvl="3"/>
            <a:r>
              <a:rPr lang="en-US" altLang="zh-CN" sz="1620" dirty="0" smtClean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cd aliyun-python-sdk-ossadmin</a:t>
            </a:r>
            <a:endParaRPr lang="en-US" altLang="zh-CN" sz="1620" dirty="0" smtClean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lvl="3"/>
            <a:r>
              <a:rPr lang="en-US" altLang="zh-CN" sz="1620" dirty="0" smtClean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sudo python setup.py install</a:t>
            </a:r>
            <a:endParaRPr lang="en-US" altLang="zh-CN" sz="1620" dirty="0" smtClean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lvl="0"/>
            <a:r>
              <a:rPr lang="en-US" altLang="zh-CN" dirty="0" smtClean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References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https://help.aliyun.com/document_detail/112147.html?spm=a2c4g.11186623.6.653.6f7650a46zI0mW</a:t>
            </a:r>
            <a:endParaRPr lang="en-US" altLang="zh-CN" sz="1800">
              <a:sym typeface="+mn-ea"/>
            </a:endParaRPr>
          </a:p>
          <a:p>
            <a:pPr lvl="3"/>
            <a:endParaRPr lang="en-US" altLang="zh-CN" sz="1620"/>
          </a:p>
          <a:p>
            <a:pPr lvl="2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API for OSS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1575435" y="2225675"/>
            <a:ext cx="3585210" cy="11410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Service</a:t>
            </a:r>
            <a:endParaRPr lang="en-US" altLang="zh-CN" sz="2400"/>
          </a:p>
          <a:p>
            <a:pPr algn="ctr"/>
            <a:r>
              <a:rPr lang="en-US" altLang="zh-CN"/>
              <a:t>(To get bucket)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5551805" y="1418590"/>
            <a:ext cx="5970905" cy="27552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Bucket</a:t>
            </a:r>
            <a:endParaRPr lang="en-US" altLang="zh-CN" sz="24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create_bucket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put_object_from_file/put_object/resumable_upload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init_multipart_upload/upload_part/complete_multipart_upload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append_object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get_object_to_file/get_object/resumable_download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delete_object</a:t>
            </a:r>
            <a:endParaRPr lang="en-US" altLang="zh-CN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/>
              <a:t>get_bucket_acl/put_bucket_acl</a:t>
            </a:r>
            <a:endParaRPr lang="en-US" altLang="zh-CN"/>
          </a:p>
        </p:txBody>
      </p:sp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5160645" y="2796540"/>
            <a:ext cx="391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6692265" y="4500880"/>
            <a:ext cx="3585210" cy="11410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Object</a:t>
            </a:r>
            <a:endParaRPr lang="en-US" altLang="zh-CN" sz="2400"/>
          </a:p>
          <a:p>
            <a:pPr algn="ctr"/>
            <a:r>
              <a:rPr lang="en-US" altLang="zh-CN"/>
              <a:t>(put, get, delete)</a:t>
            </a:r>
            <a:endParaRPr lang="en-US" altLang="zh-CN"/>
          </a:p>
        </p:txBody>
      </p:sp>
      <p:cxnSp>
        <p:nvCxnSpPr>
          <p:cNvPr id="8" name="直接箭头连接符 7"/>
          <p:cNvCxnSpPr>
            <a:stCxn id="5" idx="2"/>
            <a:endCxn id="7" idx="0"/>
          </p:cNvCxnSpPr>
          <p:nvPr/>
        </p:nvCxnSpPr>
        <p:spPr>
          <a:xfrm flipH="1">
            <a:off x="8484870" y="4173855"/>
            <a:ext cx="52705" cy="3270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1118870" y="4700270"/>
            <a:ext cx="2329815" cy="8274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BucketIterator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1118870" y="5641975"/>
            <a:ext cx="2329815" cy="8274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ObjectIterator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API for SMS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148590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https://api.aliyun.com/?spm=a2c4g.11186623.2.17.7a1359adnVpfEa#/?product=Dysmsapi&amp;lang=PYTHON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38200" y="2816225"/>
            <a:ext cx="6937375" cy="36245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aliyunsdkcore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53185" y="3505835"/>
            <a:ext cx="2896870" cy="26257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Client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537075" y="3491230"/>
            <a:ext cx="2896870" cy="26257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Request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624330" y="4220845"/>
            <a:ext cx="1780540" cy="619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ACSClient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4765675" y="4084955"/>
            <a:ext cx="2247265" cy="619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CommonRequest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954010" y="1978660"/>
            <a:ext cx="413321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request = CommonRequest()</a:t>
            </a:r>
            <a:endParaRPr lang="zh-CN" altLang="en-US" sz="1400"/>
          </a:p>
          <a:p>
            <a:r>
              <a:rPr lang="zh-CN" altLang="en-US" sz="1400"/>
              <a:t>request.set_accept_format('json')</a:t>
            </a:r>
            <a:endParaRPr lang="zh-CN" altLang="en-US" sz="1400"/>
          </a:p>
          <a:p>
            <a:r>
              <a:rPr lang="zh-CN" altLang="en-US" sz="1400"/>
              <a:t>request.set_domain('dysmsapi.aliyuncs.com')</a:t>
            </a:r>
            <a:endParaRPr lang="zh-CN" altLang="en-US" sz="1400"/>
          </a:p>
          <a:p>
            <a:r>
              <a:rPr lang="zh-CN" altLang="en-US" sz="1400"/>
              <a:t>request.set_method('POST')</a:t>
            </a:r>
            <a:endParaRPr lang="zh-CN" altLang="en-US" sz="1400"/>
          </a:p>
          <a:p>
            <a:r>
              <a:rPr lang="zh-CN" altLang="en-US" sz="1400"/>
              <a:t>request.set_protocol_type('https')</a:t>
            </a:r>
            <a:endParaRPr lang="zh-CN" altLang="en-US" sz="1400"/>
          </a:p>
          <a:p>
            <a:r>
              <a:rPr lang="zh-CN" altLang="en-US" sz="1400"/>
              <a:t>request.set_version('2017-05-25')</a:t>
            </a:r>
            <a:endParaRPr lang="zh-CN" altLang="en-US" sz="1400"/>
          </a:p>
          <a:p>
            <a:r>
              <a:rPr lang="zh-CN" altLang="en-US" sz="1400"/>
              <a:t>request.set_action_name('SendSms')</a:t>
            </a:r>
            <a:endParaRPr lang="zh-CN" altLang="en-US" sz="1400"/>
          </a:p>
          <a:p>
            <a:r>
              <a:rPr lang="zh-CN" altLang="en-US" sz="1400"/>
              <a:t>request.add_query_param('RegionId', 'cn-beijing')</a:t>
            </a:r>
            <a:endParaRPr lang="zh-CN" altLang="en-US" sz="1400"/>
          </a:p>
          <a:p>
            <a:r>
              <a:rPr lang="zh-CN" altLang="en-US" sz="1400"/>
              <a:t>request.add_query_param('PhoneNumbers', phone_no)</a:t>
            </a:r>
            <a:endParaRPr lang="zh-CN" altLang="en-US" sz="1400"/>
          </a:p>
          <a:p>
            <a:r>
              <a:rPr lang="en-US" altLang="zh-CN" sz="1400"/>
              <a:t>r</a:t>
            </a:r>
            <a:r>
              <a:rPr lang="zh-CN" altLang="en-US" sz="1400"/>
              <a:t>equest.add_query_param('SignName', self._sign_name)</a:t>
            </a:r>
            <a:endParaRPr lang="zh-CN" altLang="en-US" sz="1400"/>
          </a:p>
          <a:p>
            <a:r>
              <a:rPr lang="en-US" altLang="zh-CN" sz="1400"/>
              <a:t>r</a:t>
            </a:r>
            <a:r>
              <a:rPr lang="zh-CN" altLang="en-US" sz="1400"/>
              <a:t>equest.add_query_param('TemplateCode', self._template_code)</a:t>
            </a:r>
            <a:endParaRPr lang="zh-CN" altLang="en-US" sz="1400"/>
          </a:p>
          <a:p>
            <a:r>
              <a:rPr lang="zh-CN" altLang="en-US" sz="1400"/>
              <a:t>params = {}</a:t>
            </a:r>
            <a:endParaRPr lang="zh-CN" altLang="en-US" sz="1400"/>
          </a:p>
          <a:p>
            <a:r>
              <a:rPr lang="zh-CN" altLang="en-US" sz="1400"/>
              <a:t>params['code'] = code</a:t>
            </a:r>
            <a:endParaRPr lang="zh-CN" altLang="en-US" sz="1400"/>
          </a:p>
          <a:p>
            <a:r>
              <a:rPr lang="zh-CN" altLang="en-US" sz="1400"/>
              <a:t>request.add_query_param('TemplateParam', params)</a:t>
            </a:r>
            <a:endParaRPr lang="zh-CN" altLang="en-US" sz="1400"/>
          </a:p>
          <a:p>
            <a:r>
              <a:rPr lang="zh-CN" altLang="en-US" sz="1400"/>
              <a:t>response = self._client.do_action(request)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Classes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950595" y="1593215"/>
            <a:ext cx="5022850" cy="1388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ACSClient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ACSClient('accessKeyId', 'accessSecret', 'cn-beijing')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do_action(request)	// return response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6188710" y="1593215"/>
            <a:ext cx="5165090" cy="269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CommonRequest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set_accept_format('json')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set_domain('dysmsapi.aliyuncs.com')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set_method('POST')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set_protocol_type('https')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set_version('2017-05-25')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set_action_name('SendSms')</a:t>
            </a:r>
            <a:endParaRPr lang="en-US" altLang="zh-CN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add_query_param('RegionId', 'cn-beijing')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KSO_WM_UNIT_TYPE" val="a"/>
  <p:tag name="KSO_WM_UNIT_INDEX" val="1"/>
  <p:tag name="KSO_WM_UNIT_ID" val="custom160107_1*a*1"/>
  <p:tag name="KSO_WM_UNIT_CLEAR" val="1"/>
  <p:tag name="KSO_WM_UNIT_LAYERLEVEL" val="1"/>
  <p:tag name="KSO_WM_UNIT_VALUE" val="63"/>
  <p:tag name="KSO_WM_UNIT_ISCONTENTSTITLE" val="0"/>
  <p:tag name="KSO_WM_UNIT_HIGHLIGHT" val="0"/>
  <p:tag name="KSO_WM_UNIT_COMPATIBLE" val="0"/>
  <p:tag name="KSO_WM_UNIT_PRESET_TEXT_INDEX" val="3"/>
  <p:tag name="KSO_WM_UNIT_PRESET_TEXT_LEN" val="24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KSO_WM_UNIT_TYPE" val="b"/>
  <p:tag name="KSO_WM_UNIT_INDEX" val="1"/>
  <p:tag name="KSO_WM_UNIT_ID" val="custom160107_1*b*1"/>
  <p:tag name="KSO_WM_UNIT_CLEAR" val="1"/>
  <p:tag name="KSO_WM_UNIT_LAYERLEVEL" val="1"/>
  <p:tag name="KSO_WM_UNIT_VALUE" val="39"/>
  <p:tag name="KSO_WM_UNIT_ISCONTENTSTITLE" val="0"/>
  <p:tag name="KSO_WM_UNIT_HIGHLIGHT" val="0"/>
  <p:tag name="KSO_WM_UNIT_COMPATIBLE" val="0"/>
  <p:tag name="KSO_WM_UNIT_PRESET_TEXT_INDEX" val="3"/>
  <p:tag name="KSO_WM_UNIT_PRESET_TEXT_LEN" val="24"/>
</p:tagLst>
</file>

<file path=ppt/tags/tag6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10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EMPLATE_THUMBS_INDEX" val="1、3、8、14、18、23、24、25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2253</Words>
  <Application>WPS 演示</Application>
  <PresentationFormat>宽屏</PresentationFormat>
  <Paragraphs>127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黑体</vt:lpstr>
      <vt:lpstr>Wingdings</vt:lpstr>
      <vt:lpstr>微软雅黑</vt:lpstr>
      <vt:lpstr>Arial Unicode MS</vt:lpstr>
      <vt:lpstr>Calibri</vt:lpstr>
      <vt:lpstr>A000120140530A02PPBG</vt:lpstr>
      <vt:lpstr>Aliyun Notes</vt:lpstr>
      <vt:lpstr>Concepts</vt:lpstr>
      <vt:lpstr>Set up</vt:lpstr>
      <vt:lpstr>OSS</vt:lpstr>
      <vt:lpstr>PowerPoint 演示文稿</vt:lpstr>
      <vt:lpstr>Python Development</vt:lpstr>
      <vt:lpstr>Dev Environment</vt:lpstr>
      <vt:lpstr>API for OSS</vt:lpstr>
      <vt:lpstr>API for SMS</vt:lpstr>
      <vt:lpstr>Classes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106</cp:revision>
  <dcterms:created xsi:type="dcterms:W3CDTF">2015-05-05T08:02:00Z</dcterms:created>
  <dcterms:modified xsi:type="dcterms:W3CDTF">2026-04-16T09:08:01Z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D5BDE5FA9BD54602B8755910B882778A_12</vt:lpwstr>
  </property>
</Properties>
</file>