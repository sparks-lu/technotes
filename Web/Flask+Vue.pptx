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6" r:id="rId3"/>
    <p:sldId id="257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4000" smtClean="0"/>
              <a:t>Flask + Vue</a:t>
            </a:r>
            <a:endParaRPr lang="en-US" altLang="zh-CN" sz="4000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416810"/>
            <a:ext cx="9144000" cy="376237"/>
          </a:xfrm>
        </p:spPr>
        <p:txBody>
          <a:bodyPr>
            <a:noAutofit/>
          </a:bodyPr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altLang="zh-CN" sz="1600" smtClean="0"/>
              <a:t>Sparks Lu</a:t>
            </a:r>
            <a:endParaRPr lang="en-US" altLang="zh-CN" sz="1600" smtClean="0"/>
          </a:p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altLang="zh-CN" sz="1600" smtClean="0"/>
              <a:t>Last updated: 8/29/2019</a:t>
            </a:r>
            <a:endParaRPr lang="en-US" altLang="zh-CN" sz="1600" smtClean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 Up Dev Environment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Flask</a:t>
            </a:r>
            <a:endParaRPr lang="en-US" altLang="zh-CN"/>
          </a:p>
          <a:p>
            <a:pPr lvl="1"/>
            <a:r>
              <a:rPr lang="en-US" altLang="zh-CN"/>
              <a:t>pip install flask flask-cors</a:t>
            </a:r>
            <a:endParaRPr lang="en-US" altLang="zh-CN"/>
          </a:p>
          <a:p>
            <a:pPr lvl="0"/>
            <a:r>
              <a:rPr lang="en-US" altLang="zh-CN"/>
              <a:t>Vue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curl -sL https://deb.nodesource.com/setup_12.x | sudo -E bash -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sudo apt-get install -y nodejs</a:t>
            </a:r>
            <a:endParaRPr lang="en-US" altLang="zh-CN"/>
          </a:p>
          <a:p>
            <a:pPr lvl="1"/>
            <a:r>
              <a:rPr lang="en-US" altLang="zh-CN"/>
              <a:t>sudo npm install -g @vue/cli@3.7.0</a:t>
            </a:r>
            <a:endParaRPr lang="en-US" altLang="zh-CN"/>
          </a:p>
          <a:p>
            <a:pPr lvl="1"/>
            <a:r>
              <a:rPr lang="en-US" altLang="zh-CN"/>
              <a:t>npm install axios@0.18.0 --save</a:t>
            </a:r>
            <a:endParaRPr lang="en-US" altLang="zh-CN"/>
          </a:p>
          <a:p>
            <a:pPr lvl="1"/>
            <a:r>
              <a:rPr lang="en-US" altLang="zh-CN"/>
              <a:t>npm install bootstrap@4.3.1 --save</a:t>
            </a:r>
            <a:endParaRPr lang="en-US" altLang="zh-CN"/>
          </a:p>
          <a:p>
            <a:pPr lvl="1"/>
            <a:r>
              <a:rPr lang="en-US" altLang="zh-CN"/>
              <a:t>npm install bootstrap-vue@2.0.0-rc.19 --save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Vue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vue create client</a:t>
            </a:r>
            <a:endParaRPr lang="en-US" altLang="zh-CN"/>
          </a:p>
          <a:p>
            <a:pPr lvl="1"/>
            <a:r>
              <a:rPr lang="en-US" altLang="zh-CN"/>
              <a:t>npm run serve</a:t>
            </a:r>
            <a:endParaRPr lang="en-US" altLang="zh-CN"/>
          </a:p>
          <a:p>
            <a:pPr lvl="0"/>
            <a:r>
              <a:rPr lang="en-US" altLang="zh-CN" sz="2400"/>
              <a:t>Redirect all to index.html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376170" y="2891155"/>
            <a:ext cx="7700010" cy="10763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600"/>
              <a:t>@app.route('/', defaults={'path': ''})</a:t>
            </a:r>
            <a:endParaRPr lang="zh-CN" altLang="en-US" sz="1600"/>
          </a:p>
          <a:p>
            <a:r>
              <a:rPr lang="zh-CN" altLang="en-US" sz="1600"/>
              <a:t>@app.route('/&lt;path:path&gt;')</a:t>
            </a:r>
            <a:endParaRPr lang="zh-CN" altLang="en-US" sz="1600"/>
          </a:p>
          <a:p>
            <a:r>
              <a:rPr lang="zh-CN" altLang="en-US" sz="1600"/>
              <a:t>def catch_all(path):</a:t>
            </a:r>
            <a:endParaRPr lang="zh-CN" altLang="en-US" sz="1600"/>
          </a:p>
          <a:p>
            <a:r>
              <a:rPr lang="zh-CN" altLang="en-US" sz="1600"/>
              <a:t>    return render_template("index.html")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Flask + Vue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 altLang="zh-CN"/>
              <a:t>Modify vue-proj/config/index.js</a:t>
            </a:r>
            <a:endParaRPr lang="en-US" altLang="zh-CN"/>
          </a:p>
          <a:p>
            <a:pPr lvl="1"/>
            <a:r>
              <a:rPr lang="en-US" altLang="zh-CN"/>
              <a:t>Change dist output to Flash folders</a:t>
            </a:r>
            <a:endParaRPr lang="en-US" altLang="zh-CN"/>
          </a:p>
          <a:p>
            <a:pPr marL="0" lvl="0" indent="0">
              <a:buNone/>
            </a:pPr>
            <a:endParaRPr lang="en-US" altLang="zh-CN"/>
          </a:p>
          <a:p>
            <a:pPr marL="0" lvl="0" indent="0">
              <a:buNone/>
            </a:pPr>
            <a:endParaRPr lang="en-US" altLang="zh-CN"/>
          </a:p>
          <a:p>
            <a:pPr marL="0" lvl="0" indent="0">
              <a:buNone/>
            </a:pPr>
            <a:endParaRPr lang="en-US" altLang="zh-CN"/>
          </a:p>
          <a:p>
            <a:pPr marL="0" lvl="0" indent="0">
              <a:buNone/>
            </a:pPr>
            <a:endParaRPr lang="en-US" altLang="zh-CN"/>
          </a:p>
          <a:p>
            <a:pPr marL="0" lvl="0" indent="0">
              <a:buNone/>
            </a:pPr>
            <a:endParaRPr lang="en-US" altLang="zh-CN"/>
          </a:p>
          <a:p>
            <a:pPr marL="0" lvl="0" indent="0">
              <a:buNone/>
            </a:pPr>
            <a:endParaRPr lang="en-US" altLang="zh-CN"/>
          </a:p>
          <a:p>
            <a:pPr marL="0" lvl="0" indent="0">
              <a:buNone/>
            </a:pPr>
            <a:endParaRPr lang="en-US" altLang="zh-CN"/>
          </a:p>
          <a:p>
            <a:pPr lvl="0"/>
            <a:r>
              <a:rPr lang="en-US" altLang="zh-CN"/>
              <a:t>npm run build</a:t>
            </a:r>
            <a:endParaRPr lang="en-US" altLang="zh-CN"/>
          </a:p>
          <a:p>
            <a:pPr lvl="0"/>
            <a:r>
              <a:rPr lang="en-US" altLang="zh-CN"/>
              <a:t>refer</a:t>
            </a:r>
            <a:endParaRPr lang="en-US" altLang="zh-CN"/>
          </a:p>
          <a:p>
            <a:pPr lvl="1"/>
            <a:r>
              <a:rPr lang="en-US" altLang="zh-CN"/>
              <a:t>https://stackoverflow.com/questions/46214132/how-can-i-combine-vue-js-with-flask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678430" y="1838325"/>
            <a:ext cx="7700010" cy="279971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600"/>
              <a:t>module.exports = {</a:t>
            </a:r>
            <a:endParaRPr lang="zh-CN" altLang="en-US" sz="1600"/>
          </a:p>
          <a:p>
            <a:r>
              <a:rPr lang="zh-CN" altLang="en-US" sz="1600"/>
              <a:t>  build: {</a:t>
            </a:r>
            <a:endParaRPr lang="zh-CN" altLang="en-US" sz="1600"/>
          </a:p>
          <a:p>
            <a:r>
              <a:rPr lang="zh-CN" altLang="en-US" sz="1600"/>
              <a:t>    env: require('./prod.env'),</a:t>
            </a:r>
            <a:endParaRPr lang="zh-CN" altLang="en-US" sz="1600"/>
          </a:p>
          <a:p>
            <a:r>
              <a:rPr lang="zh-CN" altLang="en-US" sz="1600"/>
              <a:t>-    index: path.resolve(__dirname, '../dist/index.html'),</a:t>
            </a:r>
            <a:endParaRPr lang="zh-CN" altLang="en-US" sz="1600"/>
          </a:p>
          <a:p>
            <a:r>
              <a:rPr lang="zh-CN" altLang="en-US" sz="1600"/>
              <a:t>-    assetsRoot: path.resolve(__dirname, '../dist'),</a:t>
            </a:r>
            <a:endParaRPr lang="zh-CN" altLang="en-US" sz="1600"/>
          </a:p>
          <a:p>
            <a:r>
              <a:rPr lang="zh-CN" altLang="en-US" sz="1600"/>
              <a:t>-    assetsSubDirectory: 'static',</a:t>
            </a:r>
            <a:endParaRPr lang="zh-CN" altLang="en-US" sz="1600"/>
          </a:p>
          <a:p>
            <a:r>
              <a:rPr lang="zh-CN" altLang="en-US" sz="1600"/>
              <a:t>-    assetsPublicPath: '/',</a:t>
            </a:r>
            <a:endParaRPr lang="zh-CN" altLang="en-US" sz="1600"/>
          </a:p>
          <a:p>
            <a:r>
              <a:rPr lang="zh-CN" altLang="en-US" sz="1600"/>
              <a:t>+    index: path.resolve(__dirname, '../../server/templates/app.html'),</a:t>
            </a:r>
            <a:endParaRPr lang="zh-CN" altLang="en-US" sz="1600"/>
          </a:p>
          <a:p>
            <a:r>
              <a:rPr lang="zh-CN" altLang="en-US" sz="1600"/>
              <a:t>+    assetsRoot: path.resolve(__dirname, '../../server/static/app'),</a:t>
            </a:r>
            <a:endParaRPr lang="zh-CN" altLang="en-US" sz="1600"/>
          </a:p>
          <a:p>
            <a:r>
              <a:rPr lang="zh-CN" altLang="en-US" sz="1600"/>
              <a:t>+    assetsSubDirectory: '',</a:t>
            </a:r>
            <a:endParaRPr lang="zh-CN" altLang="en-US" sz="1600"/>
          </a:p>
          <a:p>
            <a:r>
              <a:rPr lang="zh-CN" altLang="en-US" sz="1600"/>
              <a:t>+    assetsPublicPath: '/static/app',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SSR (Server Side Rendering)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44160" cy="4549140"/>
          </a:xfrm>
        </p:spPr>
        <p:txBody>
          <a:bodyPr/>
          <a:p>
            <a:r>
              <a:rPr lang="en-US" altLang="zh-CN"/>
              <a:t>Solution</a:t>
            </a:r>
            <a:endParaRPr lang="en-US" altLang="zh-CN"/>
          </a:p>
          <a:p>
            <a:pPr lvl="1"/>
            <a:r>
              <a:rPr lang="en-US" altLang="zh-CN"/>
              <a:t>Vue</a:t>
            </a:r>
            <a:endParaRPr lang="en-US" altLang="zh-CN"/>
          </a:p>
          <a:p>
            <a:pPr lvl="2"/>
            <a:r>
              <a:rPr lang="en-US" altLang="zh-CN"/>
              <a:t>vue add ssr</a:t>
            </a:r>
            <a:endParaRPr lang="en-US" altLang="zh-CN"/>
          </a:p>
          <a:p>
            <a:pPr lvl="3"/>
            <a:r>
              <a:rPr lang="en-US" altLang="zh-CN"/>
              <a:t>src/entry-client.js</a:t>
            </a:r>
            <a:endParaRPr lang="en-US" altLang="zh-CN"/>
          </a:p>
          <a:p>
            <a:pPr lvl="3"/>
            <a:r>
              <a:rPr lang="en-US" altLang="zh-CN"/>
              <a:t>src/entry-server.js</a:t>
            </a:r>
            <a:endParaRPr lang="en-US" altLang="zh-CN"/>
          </a:p>
          <a:p>
            <a:pPr lvl="1"/>
            <a:r>
              <a:rPr lang="en-US" altLang="zh-CN"/>
              <a:t>Flask</a:t>
            </a:r>
            <a:endParaRPr lang="en-US" altLang="zh-CN"/>
          </a:p>
          <a:p>
            <a:pPr lvl="2"/>
            <a:r>
              <a:rPr lang="en-US" altLang="zh-CN"/>
              <a:t>Flask </a:t>
            </a:r>
            <a:r>
              <a:rPr lang="zh-CN" altLang="en-US"/>
              <a:t>能够调用</a:t>
            </a:r>
            <a:r>
              <a:rPr lang="en-US" altLang="zh-CN"/>
              <a:t> Vue </a:t>
            </a:r>
            <a:r>
              <a:rPr lang="zh-CN" altLang="en-US"/>
              <a:t>渲染器来生成页面内容</a:t>
            </a:r>
            <a:endParaRPr lang="zh-CN" altLang="en-US"/>
          </a:p>
          <a:p>
            <a:pPr lvl="2"/>
            <a:r>
              <a:rPr lang="en-US" altLang="zh-CN"/>
              <a:t>flask-vuejs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889750" y="1205865"/>
            <a:ext cx="4664710" cy="20300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def render_vue_app(url):</a:t>
            </a:r>
            <a:endParaRPr lang="en-US" altLang="zh-CN" sz="1400"/>
          </a:p>
          <a:p>
            <a:r>
              <a:rPr lang="en-US" altLang="zh-CN" sz="1400"/>
              <a:t>    # </a:t>
            </a:r>
            <a:r>
              <a:rPr lang="zh-CN" altLang="en-US" sz="1400"/>
              <a:t>假设你有一个命令行工具或脚本可以直接渲染</a:t>
            </a:r>
            <a:r>
              <a:rPr lang="en-US" altLang="zh-CN" sz="1400"/>
              <a:t> Vue </a:t>
            </a:r>
            <a:r>
              <a:rPr lang="zh-CN" altLang="en-US" sz="1400"/>
              <a:t>应用</a:t>
            </a:r>
            <a:endParaRPr lang="zh-CN" altLang="en-US" sz="1400"/>
          </a:p>
          <a:p>
            <a:r>
              <a:rPr lang="en-US" altLang="zh-CN" sz="1400"/>
              <a:t>    result = subprocess.run(</a:t>
            </a:r>
            <a:endParaRPr lang="en-US" altLang="zh-CN" sz="1400"/>
          </a:p>
          <a:p>
            <a:r>
              <a:rPr lang="en-US" altLang="zh-CN" sz="1400"/>
              <a:t>        ['node', 'path/to/renderVueApp.js', url],</a:t>
            </a:r>
            <a:endParaRPr lang="en-US" altLang="zh-CN" sz="1400"/>
          </a:p>
          <a:p>
            <a:r>
              <a:rPr lang="en-US" altLang="zh-CN" sz="1400"/>
              <a:t>        capture_output=True,</a:t>
            </a:r>
            <a:endParaRPr lang="en-US" altLang="zh-CN" sz="1400"/>
          </a:p>
          <a:p>
            <a:r>
              <a:rPr lang="en-US" altLang="zh-CN" sz="1400"/>
              <a:t>        text=True</a:t>
            </a:r>
            <a:endParaRPr lang="en-US" altLang="zh-CN" sz="1400"/>
          </a:p>
          <a:p>
            <a:r>
              <a:rPr lang="en-US" altLang="zh-CN" sz="1400"/>
              <a:t>    )</a:t>
            </a:r>
            <a:endParaRPr lang="en-US" altLang="zh-CN" sz="1400"/>
          </a:p>
          <a:p>
            <a:r>
              <a:rPr lang="en-US" altLang="zh-CN" sz="1400"/>
              <a:t>    return result.stdout</a:t>
            </a: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THUMBS_INDEX" val="1、9、12、16、19、20、24、27、28"/>
  <p:tag name="KSO_WM_SLIDE_ID" val="custom160402_1"/>
  <p:tag name="KSO_WM_TEMPLATE_SUBCATEGORY" val="0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160402"/>
  <p:tag name="KSO_WM_SLIDE_LAYOUT" val="a_b"/>
  <p:tag name="KSO_WM_SLIDE_LAYOUT_CNT" val="1_1"/>
  <p:tag name="KSO_WM_SLIDE_MODEL_TYPE" val="cover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1470</Words>
  <Application>WPS 演示</Application>
  <PresentationFormat>宽屏</PresentationFormat>
  <Paragraphs>78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黑体</vt:lpstr>
      <vt:lpstr>微软雅黑</vt:lpstr>
      <vt:lpstr>Arial Unicode MS</vt:lpstr>
      <vt:lpstr>1_A000120140530A02PPBG</vt:lpstr>
      <vt:lpstr>Flask + Vue</vt:lpstr>
      <vt:lpstr>Set Up Dev Environment</vt:lpstr>
      <vt:lpstr>Vue</vt:lpstr>
      <vt:lpstr>Flask + Vue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59</cp:revision>
  <dcterms:created xsi:type="dcterms:W3CDTF">2019-06-19T02:08:00Z</dcterms:created>
  <dcterms:modified xsi:type="dcterms:W3CDTF">2024-12-10T09:02:39Z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0678BE189CF244928EE024CBD9933508_12</vt:lpwstr>
  </property>
</Properties>
</file>